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3"/>
  </p:sldMasterIdLst>
  <p:notesMasterIdLst>
    <p:notesMasterId r:id="rId20"/>
  </p:notesMasterIdLst>
  <p:sldIdLst>
    <p:sldId id="356" r:id="rId4"/>
    <p:sldId id="358" r:id="rId5"/>
    <p:sldId id="357" r:id="rId6"/>
    <p:sldId id="360" r:id="rId7"/>
    <p:sldId id="361" r:id="rId8"/>
    <p:sldId id="363" r:id="rId9"/>
    <p:sldId id="362" r:id="rId10"/>
    <p:sldId id="375" r:id="rId11"/>
    <p:sldId id="364" r:id="rId12"/>
    <p:sldId id="365" r:id="rId13"/>
    <p:sldId id="367" r:id="rId14"/>
    <p:sldId id="368" r:id="rId15"/>
    <p:sldId id="369" r:id="rId16"/>
    <p:sldId id="370" r:id="rId17"/>
    <p:sldId id="371" r:id="rId18"/>
    <p:sldId id="3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2262" y="102"/>
      </p:cViewPr>
      <p:guideLst>
        <p:guide orient="horz" pos="26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  <a:endParaRPr lang="en-US" altLang="ko-KR" dirty="0"/>
          </a:p>
        </p:txBody>
      </p:sp>
      <p:sp>
        <p:nvSpPr>
          <p:cNvPr id="4" name="Rounded Rectangle 4"/>
          <p:cNvSpPr/>
          <p:nvPr userDrawn="1"/>
        </p:nvSpPr>
        <p:spPr>
          <a:xfrm>
            <a:off x="714000" y="1560384"/>
            <a:ext cx="10764000" cy="3276000"/>
          </a:xfrm>
          <a:prstGeom prst="roundRect">
            <a:avLst>
              <a:gd name="adj" fmla="val 899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5" name="그림 개체 틀 6"/>
          <p:cNvSpPr>
            <a:spLocks noGrp="1"/>
          </p:cNvSpPr>
          <p:nvPr>
            <p:ph type="pic" sz="quarter" idx="11" hasCustomPrompt="1"/>
          </p:nvPr>
        </p:nvSpPr>
        <p:spPr>
          <a:xfrm>
            <a:off x="893359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6" name="그림 개체 틀 6"/>
          <p:cNvSpPr>
            <a:spLocks noGrp="1"/>
          </p:cNvSpPr>
          <p:nvPr>
            <p:ph type="pic" sz="quarter" idx="12" hasCustomPrompt="1"/>
          </p:nvPr>
        </p:nvSpPr>
        <p:spPr>
          <a:xfrm>
            <a:off x="3018201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 hasCustomPrompt="1"/>
          </p:nvPr>
        </p:nvSpPr>
        <p:spPr>
          <a:xfrm>
            <a:off x="5143043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8" name="그림 개체 틀 6"/>
          <p:cNvSpPr>
            <a:spLocks noGrp="1"/>
          </p:cNvSpPr>
          <p:nvPr>
            <p:ph type="pic" sz="quarter" idx="14" hasCustomPrompt="1"/>
          </p:nvPr>
        </p:nvSpPr>
        <p:spPr>
          <a:xfrm>
            <a:off x="7267884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9" name="그림 개체 틀 6"/>
          <p:cNvSpPr>
            <a:spLocks noGrp="1"/>
          </p:cNvSpPr>
          <p:nvPr>
            <p:ph type="pic" sz="quarter" idx="15" hasCustomPrompt="1"/>
          </p:nvPr>
        </p:nvSpPr>
        <p:spPr>
          <a:xfrm>
            <a:off x="9392725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2303253"/>
            <a:ext cx="12192000" cy="22514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3" name="Rectangle 5"/>
          <p:cNvSpPr/>
          <p:nvPr userDrawn="1"/>
        </p:nvSpPr>
        <p:spPr>
          <a:xfrm>
            <a:off x="0" y="4592128"/>
            <a:ext cx="12192000" cy="1035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6"/>
          <p:cNvSpPr/>
          <p:nvPr userDrawn="1"/>
        </p:nvSpPr>
        <p:spPr>
          <a:xfrm>
            <a:off x="0" y="2162355"/>
            <a:ext cx="12192000" cy="1035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6961516" y="573702"/>
            <a:ext cx="4468483" cy="571059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8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504010" cy="6858000"/>
          </a:xfrm>
          <a:custGeom>
            <a:avLst/>
            <a:gdLst>
              <a:gd name="connsiteX0" fmla="*/ 2612170 w 6504010"/>
              <a:gd name="connsiteY0" fmla="*/ 0 h 6858000"/>
              <a:gd name="connsiteX1" fmla="*/ 4486354 w 6504010"/>
              <a:gd name="connsiteY1" fmla="*/ 0 h 6858000"/>
              <a:gd name="connsiteX2" fmla="*/ 6504010 w 6504010"/>
              <a:gd name="connsiteY2" fmla="*/ 4666806 h 6858000"/>
              <a:gd name="connsiteX3" fmla="*/ 1435812 w 6504010"/>
              <a:gd name="connsiteY3" fmla="*/ 6858000 h 6858000"/>
              <a:gd name="connsiteX4" fmla="*/ 1101944 w 6504010"/>
              <a:gd name="connsiteY4" fmla="*/ 6858000 h 6858000"/>
              <a:gd name="connsiteX5" fmla="*/ 0 w 6504010"/>
              <a:gd name="connsiteY5" fmla="*/ 4309223 h 6858000"/>
              <a:gd name="connsiteX6" fmla="*/ 0 w 6504010"/>
              <a:gd name="connsiteY6" fmla="*/ 11293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04010" h="6858000">
                <a:moveTo>
                  <a:pt x="2612170" y="0"/>
                </a:moveTo>
                <a:lnTo>
                  <a:pt x="4486354" y="0"/>
                </a:lnTo>
                <a:lnTo>
                  <a:pt x="6504010" y="4666806"/>
                </a:lnTo>
                <a:lnTo>
                  <a:pt x="1435812" y="6858000"/>
                </a:lnTo>
                <a:lnTo>
                  <a:pt x="1101944" y="6858000"/>
                </a:lnTo>
                <a:lnTo>
                  <a:pt x="0" y="4309223"/>
                </a:lnTo>
                <a:lnTo>
                  <a:pt x="0" y="11293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액자 12"/>
          <p:cNvSpPr/>
          <p:nvPr userDrawn="1"/>
        </p:nvSpPr>
        <p:spPr>
          <a:xfrm>
            <a:off x="547181" y="1761846"/>
            <a:ext cx="11097638" cy="3334311"/>
          </a:xfrm>
          <a:prstGeom prst="frame">
            <a:avLst>
              <a:gd name="adj1" fmla="val 24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910352" y="569068"/>
            <a:ext cx="3661647" cy="571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 userDrawn="1"/>
        </p:nvSpPr>
        <p:spPr>
          <a:xfrm>
            <a:off x="1" y="0"/>
            <a:ext cx="388402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Group 5"/>
          <p:cNvGrpSpPr/>
          <p:nvPr userDrawn="1"/>
        </p:nvGrpSpPr>
        <p:grpSpPr>
          <a:xfrm>
            <a:off x="4484680" y="2679371"/>
            <a:ext cx="2029599" cy="3505672"/>
            <a:chOff x="1438761" y="2033015"/>
            <a:chExt cx="1980000" cy="3420000"/>
          </a:xfrm>
        </p:grpSpPr>
        <p:sp>
          <p:nvSpPr>
            <p:cNvPr id="4" name="Rounded Rectangle 41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Rectangle 42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6" name="Group 6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7" name="Oval 44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" name="Rounded Rectangle 45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9" name="Group 5"/>
          <p:cNvGrpSpPr/>
          <p:nvPr userDrawn="1"/>
        </p:nvGrpSpPr>
        <p:grpSpPr>
          <a:xfrm>
            <a:off x="6976147" y="2717584"/>
            <a:ext cx="2029599" cy="3505672"/>
            <a:chOff x="1438761" y="2033015"/>
            <a:chExt cx="1980000" cy="3420000"/>
          </a:xfrm>
        </p:grpSpPr>
        <p:sp>
          <p:nvSpPr>
            <p:cNvPr id="10" name="Rounded Rectangle 41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Rectangle 42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2" name="Group 6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3" name="Oval 44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" name="Rounded Rectangle 45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15" name="Group 5"/>
          <p:cNvGrpSpPr/>
          <p:nvPr userDrawn="1"/>
        </p:nvGrpSpPr>
        <p:grpSpPr>
          <a:xfrm>
            <a:off x="9467615" y="2727858"/>
            <a:ext cx="2029599" cy="3505672"/>
            <a:chOff x="1438761" y="2033015"/>
            <a:chExt cx="1980000" cy="3420000"/>
          </a:xfrm>
        </p:grpSpPr>
        <p:sp>
          <p:nvSpPr>
            <p:cNvPr id="16" name="Rounded Rectangle 41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" name="Rectangle 42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8" name="Group 6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9" name="Oval 44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" name="Rounded Rectangle 45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1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4602823" y="3009935"/>
            <a:ext cx="1797978" cy="27947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7094290" y="3009935"/>
            <a:ext cx="1797978" cy="27947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3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9585758" y="3009935"/>
            <a:ext cx="1797978" cy="27947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4" name="Oval 11"/>
          <p:cNvSpPr/>
          <p:nvPr userDrawn="1"/>
        </p:nvSpPr>
        <p:spPr>
          <a:xfrm>
            <a:off x="6000620" y="5764092"/>
            <a:ext cx="6959602" cy="504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092000" y="0"/>
            <a:ext cx="8100000" cy="39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3960000"/>
            <a:ext cx="4092000" cy="289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200000" y="4050000"/>
            <a:ext cx="7992000" cy="280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200" b="1" dirty="0">
              <a:latin typeface="+mn-l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1"/>
          <p:cNvSpPr/>
          <p:nvPr userDrawn="1"/>
        </p:nvSpPr>
        <p:spPr>
          <a:xfrm>
            <a:off x="6000620" y="5764092"/>
            <a:ext cx="6959602" cy="504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" name="Oval 11"/>
          <p:cNvSpPr/>
          <p:nvPr userDrawn="1"/>
        </p:nvSpPr>
        <p:spPr>
          <a:xfrm>
            <a:off x="6000620" y="2958188"/>
            <a:ext cx="6959602" cy="504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4" name="Group 12"/>
          <p:cNvGrpSpPr/>
          <p:nvPr userDrawn="1"/>
        </p:nvGrpSpPr>
        <p:grpSpPr>
          <a:xfrm>
            <a:off x="7397562" y="792688"/>
            <a:ext cx="4157729" cy="2426868"/>
            <a:chOff x="-548507" y="477868"/>
            <a:chExt cx="11570449" cy="6357177"/>
          </a:xfrm>
        </p:grpSpPr>
        <p:sp>
          <p:nvSpPr>
            <p:cNvPr id="5" name="Freeform: Shape 21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22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23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24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25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" name="Group 26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5" name="Rectangle: Rounded Corners 31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: Rounded Corners 32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27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3" name="Rectangle: Rounded Corners 29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30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Freeform: Shape 28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7" name="Group 12"/>
          <p:cNvGrpSpPr/>
          <p:nvPr userDrawn="1"/>
        </p:nvGrpSpPr>
        <p:grpSpPr>
          <a:xfrm>
            <a:off x="7397562" y="3619369"/>
            <a:ext cx="4157729" cy="2426868"/>
            <a:chOff x="-548507" y="477868"/>
            <a:chExt cx="11570449" cy="6357177"/>
          </a:xfrm>
        </p:grpSpPr>
        <p:sp>
          <p:nvSpPr>
            <p:cNvPr id="18" name="Freeform: Shape 21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22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3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4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5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6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31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32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7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9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30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Freeform: Shape 28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0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997791" y="898584"/>
            <a:ext cx="2976555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1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997791" y="3732552"/>
            <a:ext cx="2976555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  <a:endParaRPr lang="en-US" altLang="ko-KR" dirty="0"/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  <a:endParaRPr lang="en-US" altLang="ko-K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  <a:endParaRPr lang="en-US" altLang="ko-KR" sz="2800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  <a:endParaRPr lang="en-US" altLang="ko-KR" sz="2800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2858135"/>
            <a:ext cx="12192000" cy="8299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MX" altLang="ko-KR" sz="4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Consultas</a:t>
            </a:r>
            <a:endParaRPr lang="es-MX" altLang="ko-KR" sz="48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altLang="en-US" sz="4800" dirty="0"/>
          </a:p>
          <a:p>
            <a:endParaRPr lang="en-US" altLang="en-US" sz="4800" dirty="0"/>
          </a:p>
          <a:p>
            <a:r>
              <a:rPr lang="en-US" altLang="en-US" sz="4800" dirty="0"/>
              <a:t>¿</a:t>
            </a:r>
            <a:r>
              <a:rPr lang="en-US" altLang="es-MX" sz="4800" dirty="0"/>
              <a:t>Qu</a:t>
            </a:r>
            <a:r>
              <a:rPr lang="en-US" altLang="en-US" sz="4800" dirty="0"/>
              <a:t>é</a:t>
            </a:r>
            <a:r>
              <a:rPr lang="en-US" altLang="es-MX" sz="4800" dirty="0"/>
              <a:t> es una subconsulta en el FROM?</a:t>
            </a:r>
            <a:endParaRPr lang="en-US" altLang="es-MX" sz="4800" dirty="0"/>
          </a:p>
          <a:p>
            <a:endParaRPr lang="en-US" altLang="es-MX" dirty="0"/>
          </a:p>
          <a:p>
            <a:endParaRPr lang="en-US" altLang="es-MX" dirty="0"/>
          </a:p>
        </p:txBody>
      </p:sp>
      <p:grpSp>
        <p:nvGrpSpPr>
          <p:cNvPr id="3" name="Group 35"/>
          <p:cNvGrpSpPr/>
          <p:nvPr/>
        </p:nvGrpSpPr>
        <p:grpSpPr>
          <a:xfrm rot="5400000">
            <a:off x="1801836" y="1938049"/>
            <a:ext cx="4068198" cy="4062931"/>
            <a:chOff x="3782394" y="2006190"/>
            <a:chExt cx="4597121" cy="4591166"/>
          </a:xfrm>
        </p:grpSpPr>
        <p:sp>
          <p:nvSpPr>
            <p:cNvPr id="4" name="Block Arc 36"/>
            <p:cNvSpPr/>
            <p:nvPr/>
          </p:nvSpPr>
          <p:spPr>
            <a:xfrm>
              <a:off x="3884865" y="2145510"/>
              <a:ext cx="4451847" cy="4451846"/>
            </a:xfrm>
            <a:prstGeom prst="blockArc">
              <a:avLst>
                <a:gd name="adj1" fmla="val 10800000"/>
                <a:gd name="adj2" fmla="val 21568928"/>
                <a:gd name="adj3" fmla="val 1093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" name="Oval 37"/>
            <p:cNvSpPr/>
            <p:nvPr/>
          </p:nvSpPr>
          <p:spPr>
            <a:xfrm>
              <a:off x="6570216" y="2006190"/>
              <a:ext cx="713346" cy="74052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" name="Oval 38"/>
            <p:cNvSpPr/>
            <p:nvPr/>
          </p:nvSpPr>
          <p:spPr>
            <a:xfrm>
              <a:off x="4964391" y="2013768"/>
              <a:ext cx="713346" cy="68700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7" name="Oval 39"/>
            <p:cNvSpPr/>
            <p:nvPr/>
          </p:nvSpPr>
          <p:spPr>
            <a:xfrm>
              <a:off x="7666169" y="2945632"/>
              <a:ext cx="713346" cy="74052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" name="Oval 40"/>
            <p:cNvSpPr/>
            <p:nvPr/>
          </p:nvSpPr>
          <p:spPr>
            <a:xfrm>
              <a:off x="3782394" y="2988365"/>
              <a:ext cx="713346" cy="68700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9" name="Isosceles Triangle 41"/>
          <p:cNvSpPr/>
          <p:nvPr/>
        </p:nvSpPr>
        <p:spPr>
          <a:xfrm>
            <a:off x="5450648" y="4594430"/>
            <a:ext cx="212128" cy="304708"/>
          </a:xfrm>
          <a:custGeom>
            <a:avLst/>
            <a:gdLst>
              <a:gd name="connsiteX0" fmla="*/ 1367278 w 2736000"/>
              <a:gd name="connsiteY0" fmla="*/ 2273826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67278 w 2736000"/>
              <a:gd name="connsiteY5" fmla="*/ 2273826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-1" fmla="*/ 1367278 w 2736000"/>
              <a:gd name="connsiteY0-2" fmla="*/ 2273826 h 3930092"/>
              <a:gd name="connsiteX1-3" fmla="*/ 1535821 w 2736000"/>
              <a:gd name="connsiteY1-4" fmla="*/ 2564417 h 3930092"/>
              <a:gd name="connsiteX2-5" fmla="*/ 2088000 w 2736000"/>
              <a:gd name="connsiteY2-6" fmla="*/ 3520946 h 3930092"/>
              <a:gd name="connsiteX3-7" fmla="*/ 648080 w 2736000"/>
              <a:gd name="connsiteY3-8" fmla="*/ 3506285 h 3930092"/>
              <a:gd name="connsiteX4-9" fmla="*/ 1198105 w 2736000"/>
              <a:gd name="connsiteY4-10" fmla="*/ 2565503 h 3930092"/>
              <a:gd name="connsiteX5-11" fmla="*/ 1367278 w 2736000"/>
              <a:gd name="connsiteY5-12" fmla="*/ 2273826 h 3930092"/>
              <a:gd name="connsiteX6-13" fmla="*/ 648003 w 2736000"/>
              <a:gd name="connsiteY6-14" fmla="*/ 793859 h 3930092"/>
              <a:gd name="connsiteX7-15" fmla="*/ 2087849 w 2736000"/>
              <a:gd name="connsiteY7-16" fmla="*/ 808518 h 3930092"/>
              <a:gd name="connsiteX8-17" fmla="*/ 1641214 w 2736000"/>
              <a:gd name="connsiteY8-18" fmla="*/ 1449982 h 3930092"/>
              <a:gd name="connsiteX9-19" fmla="*/ 1368003 w 2736000"/>
              <a:gd name="connsiteY9-20" fmla="*/ 1937706 h 3930092"/>
              <a:gd name="connsiteX10-21" fmla="*/ 1094068 w 2736000"/>
              <a:gd name="connsiteY10-22" fmla="*/ 1448735 h 3930092"/>
              <a:gd name="connsiteX11-23" fmla="*/ 648003 w 2736000"/>
              <a:gd name="connsiteY11-24" fmla="*/ 793859 h 3930092"/>
              <a:gd name="connsiteX12-25" fmla="*/ 516625 w 2736000"/>
              <a:gd name="connsiteY12-26" fmla="*/ 299874 h 3930092"/>
              <a:gd name="connsiteX13-27" fmla="*/ 516625 w 2736000"/>
              <a:gd name="connsiteY13-28" fmla="*/ 449580 h 3930092"/>
              <a:gd name="connsiteX14-29" fmla="*/ 1029987 w 2736000"/>
              <a:gd name="connsiteY14-30" fmla="*/ 1557992 h 3930092"/>
              <a:gd name="connsiteX15-31" fmla="*/ 1146996 w 2736000"/>
              <a:gd name="connsiteY15-32" fmla="*/ 2057479 h 3930092"/>
              <a:gd name="connsiteX16-33" fmla="*/ 1055065 w 2736000"/>
              <a:gd name="connsiteY16-34" fmla="*/ 2431585 h 3930092"/>
              <a:gd name="connsiteX17-35" fmla="*/ 539378 w 2736000"/>
              <a:gd name="connsiteY17-36" fmla="*/ 3468615 h 3930092"/>
              <a:gd name="connsiteX18-37" fmla="*/ 539378 w 2736000"/>
              <a:gd name="connsiteY18-38" fmla="*/ 3604591 h 3930092"/>
              <a:gd name="connsiteX19-39" fmla="*/ 2196077 w 2736000"/>
              <a:gd name="connsiteY19-40" fmla="*/ 3604591 h 3930092"/>
              <a:gd name="connsiteX20-41" fmla="*/ 2196077 w 2736000"/>
              <a:gd name="connsiteY20-42" fmla="*/ 3468615 h 3930092"/>
              <a:gd name="connsiteX21-43" fmla="*/ 1695313 w 2736000"/>
              <a:gd name="connsiteY21-44" fmla="*/ 2440912 h 3930092"/>
              <a:gd name="connsiteX22-45" fmla="*/ 1617547 w 2736000"/>
              <a:gd name="connsiteY22-46" fmla="*/ 2049252 h 3930092"/>
              <a:gd name="connsiteX23-47" fmla="*/ 1719395 w 2736000"/>
              <a:gd name="connsiteY23-48" fmla="*/ 1540961 h 3930092"/>
              <a:gd name="connsiteX24-49" fmla="*/ 2207952 w 2736000"/>
              <a:gd name="connsiteY24-50" fmla="*/ 449580 h 3930092"/>
              <a:gd name="connsiteX25-51" fmla="*/ 2207952 w 2736000"/>
              <a:gd name="connsiteY25-52" fmla="*/ 299874 h 3930092"/>
              <a:gd name="connsiteX26-53" fmla="*/ 516625 w 2736000"/>
              <a:gd name="connsiteY26-54" fmla="*/ 299874 h 3930092"/>
              <a:gd name="connsiteX27-55" fmla="*/ 144000 w 2736000"/>
              <a:gd name="connsiteY27-56" fmla="*/ 0 h 3930092"/>
              <a:gd name="connsiteX28-57" fmla="*/ 2592000 w 2736000"/>
              <a:gd name="connsiteY28-58" fmla="*/ 0 h 3930092"/>
              <a:gd name="connsiteX29-59" fmla="*/ 2736000 w 2736000"/>
              <a:gd name="connsiteY29-60" fmla="*/ 144000 h 3930092"/>
              <a:gd name="connsiteX30-61" fmla="*/ 2592000 w 2736000"/>
              <a:gd name="connsiteY30-62" fmla="*/ 288000 h 3930092"/>
              <a:gd name="connsiteX31-63" fmla="*/ 2396702 w 2736000"/>
              <a:gd name="connsiteY31-64" fmla="*/ 288000 h 3930092"/>
              <a:gd name="connsiteX32-65" fmla="*/ 2396702 w 2736000"/>
              <a:gd name="connsiteY32-66" fmla="*/ 413234 h 3930092"/>
              <a:gd name="connsiteX33-67" fmla="*/ 1815389 w 2736000"/>
              <a:gd name="connsiteY33-68" fmla="*/ 1665324 h 3930092"/>
              <a:gd name="connsiteX34-69" fmla="*/ 1753098 w 2736000"/>
              <a:gd name="connsiteY34-70" fmla="*/ 1974987 h 3930092"/>
              <a:gd name="connsiteX35-71" fmla="*/ 1825752 w 2736000"/>
              <a:gd name="connsiteY35-72" fmla="*/ 2312143 h 3930092"/>
              <a:gd name="connsiteX36-73" fmla="*/ 2395980 w 2736000"/>
              <a:gd name="connsiteY36-74" fmla="*/ 3557007 h 3930092"/>
              <a:gd name="connsiteX37-75" fmla="*/ 2395980 w 2736000"/>
              <a:gd name="connsiteY37-76" fmla="*/ 3642092 h 3930092"/>
              <a:gd name="connsiteX38-77" fmla="*/ 2592000 w 2736000"/>
              <a:gd name="connsiteY38-78" fmla="*/ 3642092 h 3930092"/>
              <a:gd name="connsiteX39-79" fmla="*/ 2736000 w 2736000"/>
              <a:gd name="connsiteY39-80" fmla="*/ 3786092 h 3930092"/>
              <a:gd name="connsiteX40-81" fmla="*/ 2592000 w 2736000"/>
              <a:gd name="connsiteY40-82" fmla="*/ 3930092 h 3930092"/>
              <a:gd name="connsiteX41-83" fmla="*/ 144000 w 2736000"/>
              <a:gd name="connsiteY41-84" fmla="*/ 3930092 h 3930092"/>
              <a:gd name="connsiteX42-85" fmla="*/ 0 w 2736000"/>
              <a:gd name="connsiteY42-86" fmla="*/ 3786092 h 3930092"/>
              <a:gd name="connsiteX43-87" fmla="*/ 144000 w 2736000"/>
              <a:gd name="connsiteY43-88" fmla="*/ 3642092 h 3930092"/>
              <a:gd name="connsiteX44-89" fmla="*/ 338578 w 2736000"/>
              <a:gd name="connsiteY44-90" fmla="*/ 3642092 h 3930092"/>
              <a:gd name="connsiteX45-91" fmla="*/ 338578 w 2736000"/>
              <a:gd name="connsiteY45-92" fmla="*/ 3557007 h 3930092"/>
              <a:gd name="connsiteX46-93" fmla="*/ 951672 w 2736000"/>
              <a:gd name="connsiteY46-94" fmla="*/ 2284199 h 3930092"/>
              <a:gd name="connsiteX47-95" fmla="*/ 1012216 w 2736000"/>
              <a:gd name="connsiteY47-96" fmla="*/ 1995181 h 3930092"/>
              <a:gd name="connsiteX48-97" fmla="*/ 943195 w 2736000"/>
              <a:gd name="connsiteY48-98" fmla="*/ 1693402 h 3930092"/>
              <a:gd name="connsiteX49-99" fmla="*/ 339300 w 2736000"/>
              <a:gd name="connsiteY49-100" fmla="*/ 413234 h 3930092"/>
              <a:gd name="connsiteX50-101" fmla="*/ 339300 w 2736000"/>
              <a:gd name="connsiteY50-102" fmla="*/ 288000 h 3930092"/>
              <a:gd name="connsiteX51-103" fmla="*/ 144000 w 2736000"/>
              <a:gd name="connsiteY51-104" fmla="*/ 288000 h 3930092"/>
              <a:gd name="connsiteX52-105" fmla="*/ 0 w 2736000"/>
              <a:gd name="connsiteY52-106" fmla="*/ 144000 h 3930092"/>
              <a:gd name="connsiteX53-107" fmla="*/ 144000 w 2736000"/>
              <a:gd name="connsiteY53-108" fmla="*/ 0 h 3930092"/>
              <a:gd name="connsiteX0-109" fmla="*/ 1397963 w 2736000"/>
              <a:gd name="connsiteY0-110" fmla="*/ 2421112 h 3930092"/>
              <a:gd name="connsiteX1-111" fmla="*/ 1535821 w 2736000"/>
              <a:gd name="connsiteY1-112" fmla="*/ 2564417 h 3930092"/>
              <a:gd name="connsiteX2-113" fmla="*/ 2088000 w 2736000"/>
              <a:gd name="connsiteY2-114" fmla="*/ 3520946 h 3930092"/>
              <a:gd name="connsiteX3-115" fmla="*/ 648080 w 2736000"/>
              <a:gd name="connsiteY3-116" fmla="*/ 3506285 h 3930092"/>
              <a:gd name="connsiteX4-117" fmla="*/ 1198105 w 2736000"/>
              <a:gd name="connsiteY4-118" fmla="*/ 2565503 h 3930092"/>
              <a:gd name="connsiteX5-119" fmla="*/ 1397963 w 2736000"/>
              <a:gd name="connsiteY5-120" fmla="*/ 2421112 h 3930092"/>
              <a:gd name="connsiteX6-121" fmla="*/ 648003 w 2736000"/>
              <a:gd name="connsiteY6-122" fmla="*/ 793859 h 3930092"/>
              <a:gd name="connsiteX7-123" fmla="*/ 2087849 w 2736000"/>
              <a:gd name="connsiteY7-124" fmla="*/ 808518 h 3930092"/>
              <a:gd name="connsiteX8-125" fmla="*/ 1641214 w 2736000"/>
              <a:gd name="connsiteY8-126" fmla="*/ 1449982 h 3930092"/>
              <a:gd name="connsiteX9-127" fmla="*/ 1368003 w 2736000"/>
              <a:gd name="connsiteY9-128" fmla="*/ 1937706 h 3930092"/>
              <a:gd name="connsiteX10-129" fmla="*/ 1094068 w 2736000"/>
              <a:gd name="connsiteY10-130" fmla="*/ 1448735 h 3930092"/>
              <a:gd name="connsiteX11-131" fmla="*/ 648003 w 2736000"/>
              <a:gd name="connsiteY11-132" fmla="*/ 793859 h 3930092"/>
              <a:gd name="connsiteX12-133" fmla="*/ 516625 w 2736000"/>
              <a:gd name="connsiteY12-134" fmla="*/ 299874 h 3930092"/>
              <a:gd name="connsiteX13-135" fmla="*/ 516625 w 2736000"/>
              <a:gd name="connsiteY13-136" fmla="*/ 449580 h 3930092"/>
              <a:gd name="connsiteX14-137" fmla="*/ 1029987 w 2736000"/>
              <a:gd name="connsiteY14-138" fmla="*/ 1557992 h 3930092"/>
              <a:gd name="connsiteX15-139" fmla="*/ 1146996 w 2736000"/>
              <a:gd name="connsiteY15-140" fmla="*/ 2057479 h 3930092"/>
              <a:gd name="connsiteX16-141" fmla="*/ 1055065 w 2736000"/>
              <a:gd name="connsiteY16-142" fmla="*/ 2431585 h 3930092"/>
              <a:gd name="connsiteX17-143" fmla="*/ 539378 w 2736000"/>
              <a:gd name="connsiteY17-144" fmla="*/ 3468615 h 3930092"/>
              <a:gd name="connsiteX18-145" fmla="*/ 539378 w 2736000"/>
              <a:gd name="connsiteY18-146" fmla="*/ 3604591 h 3930092"/>
              <a:gd name="connsiteX19-147" fmla="*/ 2196077 w 2736000"/>
              <a:gd name="connsiteY19-148" fmla="*/ 3604591 h 3930092"/>
              <a:gd name="connsiteX20-149" fmla="*/ 2196077 w 2736000"/>
              <a:gd name="connsiteY20-150" fmla="*/ 3468615 h 3930092"/>
              <a:gd name="connsiteX21-151" fmla="*/ 1695313 w 2736000"/>
              <a:gd name="connsiteY21-152" fmla="*/ 2440912 h 3930092"/>
              <a:gd name="connsiteX22-153" fmla="*/ 1617547 w 2736000"/>
              <a:gd name="connsiteY22-154" fmla="*/ 2049252 h 3930092"/>
              <a:gd name="connsiteX23-155" fmla="*/ 1719395 w 2736000"/>
              <a:gd name="connsiteY23-156" fmla="*/ 1540961 h 3930092"/>
              <a:gd name="connsiteX24-157" fmla="*/ 2207952 w 2736000"/>
              <a:gd name="connsiteY24-158" fmla="*/ 449580 h 3930092"/>
              <a:gd name="connsiteX25-159" fmla="*/ 2207952 w 2736000"/>
              <a:gd name="connsiteY25-160" fmla="*/ 299874 h 3930092"/>
              <a:gd name="connsiteX26-161" fmla="*/ 516625 w 2736000"/>
              <a:gd name="connsiteY26-162" fmla="*/ 299874 h 3930092"/>
              <a:gd name="connsiteX27-163" fmla="*/ 144000 w 2736000"/>
              <a:gd name="connsiteY27-164" fmla="*/ 0 h 3930092"/>
              <a:gd name="connsiteX28-165" fmla="*/ 2592000 w 2736000"/>
              <a:gd name="connsiteY28-166" fmla="*/ 0 h 3930092"/>
              <a:gd name="connsiteX29-167" fmla="*/ 2736000 w 2736000"/>
              <a:gd name="connsiteY29-168" fmla="*/ 144000 h 3930092"/>
              <a:gd name="connsiteX30-169" fmla="*/ 2592000 w 2736000"/>
              <a:gd name="connsiteY30-170" fmla="*/ 288000 h 3930092"/>
              <a:gd name="connsiteX31-171" fmla="*/ 2396702 w 2736000"/>
              <a:gd name="connsiteY31-172" fmla="*/ 288000 h 3930092"/>
              <a:gd name="connsiteX32-173" fmla="*/ 2396702 w 2736000"/>
              <a:gd name="connsiteY32-174" fmla="*/ 413234 h 3930092"/>
              <a:gd name="connsiteX33-175" fmla="*/ 1815389 w 2736000"/>
              <a:gd name="connsiteY33-176" fmla="*/ 1665324 h 3930092"/>
              <a:gd name="connsiteX34-177" fmla="*/ 1753098 w 2736000"/>
              <a:gd name="connsiteY34-178" fmla="*/ 1974987 h 3930092"/>
              <a:gd name="connsiteX35-179" fmla="*/ 1825752 w 2736000"/>
              <a:gd name="connsiteY35-180" fmla="*/ 2312143 h 3930092"/>
              <a:gd name="connsiteX36-181" fmla="*/ 2395980 w 2736000"/>
              <a:gd name="connsiteY36-182" fmla="*/ 3557007 h 3930092"/>
              <a:gd name="connsiteX37-183" fmla="*/ 2395980 w 2736000"/>
              <a:gd name="connsiteY37-184" fmla="*/ 3642092 h 3930092"/>
              <a:gd name="connsiteX38-185" fmla="*/ 2592000 w 2736000"/>
              <a:gd name="connsiteY38-186" fmla="*/ 3642092 h 3930092"/>
              <a:gd name="connsiteX39-187" fmla="*/ 2736000 w 2736000"/>
              <a:gd name="connsiteY39-188" fmla="*/ 3786092 h 3930092"/>
              <a:gd name="connsiteX40-189" fmla="*/ 2592000 w 2736000"/>
              <a:gd name="connsiteY40-190" fmla="*/ 3930092 h 3930092"/>
              <a:gd name="connsiteX41-191" fmla="*/ 144000 w 2736000"/>
              <a:gd name="connsiteY41-192" fmla="*/ 3930092 h 3930092"/>
              <a:gd name="connsiteX42-193" fmla="*/ 0 w 2736000"/>
              <a:gd name="connsiteY42-194" fmla="*/ 3786092 h 3930092"/>
              <a:gd name="connsiteX43-195" fmla="*/ 144000 w 2736000"/>
              <a:gd name="connsiteY43-196" fmla="*/ 3642092 h 3930092"/>
              <a:gd name="connsiteX44-197" fmla="*/ 338578 w 2736000"/>
              <a:gd name="connsiteY44-198" fmla="*/ 3642092 h 3930092"/>
              <a:gd name="connsiteX45-199" fmla="*/ 338578 w 2736000"/>
              <a:gd name="connsiteY45-200" fmla="*/ 3557007 h 3930092"/>
              <a:gd name="connsiteX46-201" fmla="*/ 951672 w 2736000"/>
              <a:gd name="connsiteY46-202" fmla="*/ 2284199 h 3930092"/>
              <a:gd name="connsiteX47-203" fmla="*/ 1012216 w 2736000"/>
              <a:gd name="connsiteY47-204" fmla="*/ 1995181 h 3930092"/>
              <a:gd name="connsiteX48-205" fmla="*/ 943195 w 2736000"/>
              <a:gd name="connsiteY48-206" fmla="*/ 1693402 h 3930092"/>
              <a:gd name="connsiteX49-207" fmla="*/ 339300 w 2736000"/>
              <a:gd name="connsiteY49-208" fmla="*/ 413234 h 3930092"/>
              <a:gd name="connsiteX50-209" fmla="*/ 339300 w 2736000"/>
              <a:gd name="connsiteY50-210" fmla="*/ 288000 h 3930092"/>
              <a:gd name="connsiteX51-211" fmla="*/ 144000 w 2736000"/>
              <a:gd name="connsiteY51-212" fmla="*/ 288000 h 3930092"/>
              <a:gd name="connsiteX52-213" fmla="*/ 0 w 2736000"/>
              <a:gd name="connsiteY52-214" fmla="*/ 144000 h 3930092"/>
              <a:gd name="connsiteX53-215" fmla="*/ 144000 w 2736000"/>
              <a:gd name="connsiteY53-216" fmla="*/ 0 h 3930092"/>
              <a:gd name="connsiteX0-217" fmla="*/ 1397963 w 2736000"/>
              <a:gd name="connsiteY0-218" fmla="*/ 2421112 h 3930092"/>
              <a:gd name="connsiteX1-219" fmla="*/ 1535821 w 2736000"/>
              <a:gd name="connsiteY1-220" fmla="*/ 2564417 h 3930092"/>
              <a:gd name="connsiteX2-221" fmla="*/ 2088000 w 2736000"/>
              <a:gd name="connsiteY2-222" fmla="*/ 3520946 h 3930092"/>
              <a:gd name="connsiteX3-223" fmla="*/ 648080 w 2736000"/>
              <a:gd name="connsiteY3-224" fmla="*/ 3506285 h 3930092"/>
              <a:gd name="connsiteX4-225" fmla="*/ 1198105 w 2736000"/>
              <a:gd name="connsiteY4-226" fmla="*/ 2565503 h 3930092"/>
              <a:gd name="connsiteX5-227" fmla="*/ 1397963 w 2736000"/>
              <a:gd name="connsiteY5-228" fmla="*/ 2421112 h 3930092"/>
              <a:gd name="connsiteX6-229" fmla="*/ 648003 w 2736000"/>
              <a:gd name="connsiteY6-230" fmla="*/ 793859 h 3930092"/>
              <a:gd name="connsiteX7-231" fmla="*/ 2087849 w 2736000"/>
              <a:gd name="connsiteY7-232" fmla="*/ 808518 h 3930092"/>
              <a:gd name="connsiteX8-233" fmla="*/ 1641214 w 2736000"/>
              <a:gd name="connsiteY8-234" fmla="*/ 1449982 h 3930092"/>
              <a:gd name="connsiteX9-235" fmla="*/ 1368003 w 2736000"/>
              <a:gd name="connsiteY9-236" fmla="*/ 1937706 h 3930092"/>
              <a:gd name="connsiteX10-237" fmla="*/ 1094068 w 2736000"/>
              <a:gd name="connsiteY10-238" fmla="*/ 1448735 h 3930092"/>
              <a:gd name="connsiteX11-239" fmla="*/ 648003 w 2736000"/>
              <a:gd name="connsiteY11-240" fmla="*/ 793859 h 3930092"/>
              <a:gd name="connsiteX12-241" fmla="*/ 516625 w 2736000"/>
              <a:gd name="connsiteY12-242" fmla="*/ 299874 h 3930092"/>
              <a:gd name="connsiteX13-243" fmla="*/ 516625 w 2736000"/>
              <a:gd name="connsiteY13-244" fmla="*/ 449580 h 3930092"/>
              <a:gd name="connsiteX14-245" fmla="*/ 1029987 w 2736000"/>
              <a:gd name="connsiteY14-246" fmla="*/ 1557992 h 3930092"/>
              <a:gd name="connsiteX15-247" fmla="*/ 1146996 w 2736000"/>
              <a:gd name="connsiteY15-248" fmla="*/ 2057479 h 3930092"/>
              <a:gd name="connsiteX16-249" fmla="*/ 1055065 w 2736000"/>
              <a:gd name="connsiteY16-250" fmla="*/ 2431585 h 3930092"/>
              <a:gd name="connsiteX17-251" fmla="*/ 539378 w 2736000"/>
              <a:gd name="connsiteY17-252" fmla="*/ 3468615 h 3930092"/>
              <a:gd name="connsiteX18-253" fmla="*/ 539378 w 2736000"/>
              <a:gd name="connsiteY18-254" fmla="*/ 3604591 h 3930092"/>
              <a:gd name="connsiteX19-255" fmla="*/ 2196077 w 2736000"/>
              <a:gd name="connsiteY19-256" fmla="*/ 3604591 h 3930092"/>
              <a:gd name="connsiteX20-257" fmla="*/ 2196077 w 2736000"/>
              <a:gd name="connsiteY20-258" fmla="*/ 3468615 h 3930092"/>
              <a:gd name="connsiteX21-259" fmla="*/ 1695313 w 2736000"/>
              <a:gd name="connsiteY21-260" fmla="*/ 2440912 h 3930092"/>
              <a:gd name="connsiteX22-261" fmla="*/ 1617547 w 2736000"/>
              <a:gd name="connsiteY22-262" fmla="*/ 2049252 h 3930092"/>
              <a:gd name="connsiteX23-263" fmla="*/ 1719395 w 2736000"/>
              <a:gd name="connsiteY23-264" fmla="*/ 1540961 h 3930092"/>
              <a:gd name="connsiteX24-265" fmla="*/ 2207952 w 2736000"/>
              <a:gd name="connsiteY24-266" fmla="*/ 449580 h 3930092"/>
              <a:gd name="connsiteX25-267" fmla="*/ 2207952 w 2736000"/>
              <a:gd name="connsiteY25-268" fmla="*/ 299874 h 3930092"/>
              <a:gd name="connsiteX26-269" fmla="*/ 516625 w 2736000"/>
              <a:gd name="connsiteY26-270" fmla="*/ 299874 h 3930092"/>
              <a:gd name="connsiteX27-271" fmla="*/ 144000 w 2736000"/>
              <a:gd name="connsiteY27-272" fmla="*/ 0 h 3930092"/>
              <a:gd name="connsiteX28-273" fmla="*/ 2592000 w 2736000"/>
              <a:gd name="connsiteY28-274" fmla="*/ 0 h 3930092"/>
              <a:gd name="connsiteX29-275" fmla="*/ 2736000 w 2736000"/>
              <a:gd name="connsiteY29-276" fmla="*/ 144000 h 3930092"/>
              <a:gd name="connsiteX30-277" fmla="*/ 2592000 w 2736000"/>
              <a:gd name="connsiteY30-278" fmla="*/ 288000 h 3930092"/>
              <a:gd name="connsiteX31-279" fmla="*/ 2396702 w 2736000"/>
              <a:gd name="connsiteY31-280" fmla="*/ 288000 h 3930092"/>
              <a:gd name="connsiteX32-281" fmla="*/ 2396702 w 2736000"/>
              <a:gd name="connsiteY32-282" fmla="*/ 413234 h 3930092"/>
              <a:gd name="connsiteX33-283" fmla="*/ 1815389 w 2736000"/>
              <a:gd name="connsiteY33-284" fmla="*/ 1665324 h 3930092"/>
              <a:gd name="connsiteX34-285" fmla="*/ 1753098 w 2736000"/>
              <a:gd name="connsiteY34-286" fmla="*/ 1974987 h 3930092"/>
              <a:gd name="connsiteX35-287" fmla="*/ 1825752 w 2736000"/>
              <a:gd name="connsiteY35-288" fmla="*/ 2312143 h 3930092"/>
              <a:gd name="connsiteX36-289" fmla="*/ 2395980 w 2736000"/>
              <a:gd name="connsiteY36-290" fmla="*/ 3557007 h 3930092"/>
              <a:gd name="connsiteX37-291" fmla="*/ 2395980 w 2736000"/>
              <a:gd name="connsiteY37-292" fmla="*/ 3642092 h 3930092"/>
              <a:gd name="connsiteX38-293" fmla="*/ 2592000 w 2736000"/>
              <a:gd name="connsiteY38-294" fmla="*/ 3642092 h 3930092"/>
              <a:gd name="connsiteX39-295" fmla="*/ 2736000 w 2736000"/>
              <a:gd name="connsiteY39-296" fmla="*/ 3786092 h 3930092"/>
              <a:gd name="connsiteX40-297" fmla="*/ 2592000 w 2736000"/>
              <a:gd name="connsiteY40-298" fmla="*/ 3930092 h 3930092"/>
              <a:gd name="connsiteX41-299" fmla="*/ 144000 w 2736000"/>
              <a:gd name="connsiteY41-300" fmla="*/ 3930092 h 3930092"/>
              <a:gd name="connsiteX42-301" fmla="*/ 0 w 2736000"/>
              <a:gd name="connsiteY42-302" fmla="*/ 3786092 h 3930092"/>
              <a:gd name="connsiteX43-303" fmla="*/ 144000 w 2736000"/>
              <a:gd name="connsiteY43-304" fmla="*/ 3642092 h 3930092"/>
              <a:gd name="connsiteX44-305" fmla="*/ 338578 w 2736000"/>
              <a:gd name="connsiteY44-306" fmla="*/ 3642092 h 3930092"/>
              <a:gd name="connsiteX45-307" fmla="*/ 338578 w 2736000"/>
              <a:gd name="connsiteY45-308" fmla="*/ 3557007 h 3930092"/>
              <a:gd name="connsiteX46-309" fmla="*/ 951672 w 2736000"/>
              <a:gd name="connsiteY46-310" fmla="*/ 2284199 h 3930092"/>
              <a:gd name="connsiteX47-311" fmla="*/ 1012216 w 2736000"/>
              <a:gd name="connsiteY47-312" fmla="*/ 1995181 h 3930092"/>
              <a:gd name="connsiteX48-313" fmla="*/ 943195 w 2736000"/>
              <a:gd name="connsiteY48-314" fmla="*/ 1693402 h 3930092"/>
              <a:gd name="connsiteX49-315" fmla="*/ 339300 w 2736000"/>
              <a:gd name="connsiteY49-316" fmla="*/ 413234 h 3930092"/>
              <a:gd name="connsiteX50-317" fmla="*/ 339300 w 2736000"/>
              <a:gd name="connsiteY50-318" fmla="*/ 288000 h 3930092"/>
              <a:gd name="connsiteX51-319" fmla="*/ 144000 w 2736000"/>
              <a:gd name="connsiteY51-320" fmla="*/ 288000 h 3930092"/>
              <a:gd name="connsiteX52-321" fmla="*/ 0 w 2736000"/>
              <a:gd name="connsiteY52-322" fmla="*/ 144000 h 3930092"/>
              <a:gd name="connsiteX53-323" fmla="*/ 144000 w 2736000"/>
              <a:gd name="connsiteY53-324" fmla="*/ 0 h 3930092"/>
              <a:gd name="connsiteX0-325" fmla="*/ 1397963 w 2736000"/>
              <a:gd name="connsiteY0-326" fmla="*/ 2421112 h 3930092"/>
              <a:gd name="connsiteX1-327" fmla="*/ 1535821 w 2736000"/>
              <a:gd name="connsiteY1-328" fmla="*/ 2564417 h 3930092"/>
              <a:gd name="connsiteX2-329" fmla="*/ 2088000 w 2736000"/>
              <a:gd name="connsiteY2-330" fmla="*/ 3520946 h 3930092"/>
              <a:gd name="connsiteX3-331" fmla="*/ 648080 w 2736000"/>
              <a:gd name="connsiteY3-332" fmla="*/ 3506285 h 3930092"/>
              <a:gd name="connsiteX4-333" fmla="*/ 1198105 w 2736000"/>
              <a:gd name="connsiteY4-334" fmla="*/ 2565503 h 3930092"/>
              <a:gd name="connsiteX5-335" fmla="*/ 1397963 w 2736000"/>
              <a:gd name="connsiteY5-336" fmla="*/ 2421112 h 3930092"/>
              <a:gd name="connsiteX6-337" fmla="*/ 648003 w 2736000"/>
              <a:gd name="connsiteY6-338" fmla="*/ 793859 h 3930092"/>
              <a:gd name="connsiteX7-339" fmla="*/ 2087849 w 2736000"/>
              <a:gd name="connsiteY7-340" fmla="*/ 808518 h 3930092"/>
              <a:gd name="connsiteX8-341" fmla="*/ 1641214 w 2736000"/>
              <a:gd name="connsiteY8-342" fmla="*/ 1449982 h 3930092"/>
              <a:gd name="connsiteX9-343" fmla="*/ 1368003 w 2736000"/>
              <a:gd name="connsiteY9-344" fmla="*/ 1937706 h 3930092"/>
              <a:gd name="connsiteX10-345" fmla="*/ 1094068 w 2736000"/>
              <a:gd name="connsiteY10-346" fmla="*/ 1448735 h 3930092"/>
              <a:gd name="connsiteX11-347" fmla="*/ 648003 w 2736000"/>
              <a:gd name="connsiteY11-348" fmla="*/ 793859 h 3930092"/>
              <a:gd name="connsiteX12-349" fmla="*/ 516625 w 2736000"/>
              <a:gd name="connsiteY12-350" fmla="*/ 299874 h 3930092"/>
              <a:gd name="connsiteX13-351" fmla="*/ 516625 w 2736000"/>
              <a:gd name="connsiteY13-352" fmla="*/ 449580 h 3930092"/>
              <a:gd name="connsiteX14-353" fmla="*/ 1029987 w 2736000"/>
              <a:gd name="connsiteY14-354" fmla="*/ 1557992 h 3930092"/>
              <a:gd name="connsiteX15-355" fmla="*/ 1146996 w 2736000"/>
              <a:gd name="connsiteY15-356" fmla="*/ 2057479 h 3930092"/>
              <a:gd name="connsiteX16-357" fmla="*/ 1055065 w 2736000"/>
              <a:gd name="connsiteY16-358" fmla="*/ 2431585 h 3930092"/>
              <a:gd name="connsiteX17-359" fmla="*/ 539378 w 2736000"/>
              <a:gd name="connsiteY17-360" fmla="*/ 3468615 h 3930092"/>
              <a:gd name="connsiteX18-361" fmla="*/ 539378 w 2736000"/>
              <a:gd name="connsiteY18-362" fmla="*/ 3604591 h 3930092"/>
              <a:gd name="connsiteX19-363" fmla="*/ 2196077 w 2736000"/>
              <a:gd name="connsiteY19-364" fmla="*/ 3604591 h 3930092"/>
              <a:gd name="connsiteX20-365" fmla="*/ 2196077 w 2736000"/>
              <a:gd name="connsiteY20-366" fmla="*/ 3468615 h 3930092"/>
              <a:gd name="connsiteX21-367" fmla="*/ 1695313 w 2736000"/>
              <a:gd name="connsiteY21-368" fmla="*/ 2440912 h 3930092"/>
              <a:gd name="connsiteX22-369" fmla="*/ 1617547 w 2736000"/>
              <a:gd name="connsiteY22-370" fmla="*/ 2049252 h 3930092"/>
              <a:gd name="connsiteX23-371" fmla="*/ 1719395 w 2736000"/>
              <a:gd name="connsiteY23-372" fmla="*/ 1540961 h 3930092"/>
              <a:gd name="connsiteX24-373" fmla="*/ 2207952 w 2736000"/>
              <a:gd name="connsiteY24-374" fmla="*/ 449580 h 3930092"/>
              <a:gd name="connsiteX25-375" fmla="*/ 2207952 w 2736000"/>
              <a:gd name="connsiteY25-376" fmla="*/ 299874 h 3930092"/>
              <a:gd name="connsiteX26-377" fmla="*/ 516625 w 2736000"/>
              <a:gd name="connsiteY26-378" fmla="*/ 299874 h 3930092"/>
              <a:gd name="connsiteX27-379" fmla="*/ 144000 w 2736000"/>
              <a:gd name="connsiteY27-380" fmla="*/ 0 h 3930092"/>
              <a:gd name="connsiteX28-381" fmla="*/ 2592000 w 2736000"/>
              <a:gd name="connsiteY28-382" fmla="*/ 0 h 3930092"/>
              <a:gd name="connsiteX29-383" fmla="*/ 2736000 w 2736000"/>
              <a:gd name="connsiteY29-384" fmla="*/ 144000 h 3930092"/>
              <a:gd name="connsiteX30-385" fmla="*/ 2592000 w 2736000"/>
              <a:gd name="connsiteY30-386" fmla="*/ 288000 h 3930092"/>
              <a:gd name="connsiteX31-387" fmla="*/ 2396702 w 2736000"/>
              <a:gd name="connsiteY31-388" fmla="*/ 288000 h 3930092"/>
              <a:gd name="connsiteX32-389" fmla="*/ 2396702 w 2736000"/>
              <a:gd name="connsiteY32-390" fmla="*/ 413234 h 3930092"/>
              <a:gd name="connsiteX33-391" fmla="*/ 1815389 w 2736000"/>
              <a:gd name="connsiteY33-392" fmla="*/ 1665324 h 3930092"/>
              <a:gd name="connsiteX34-393" fmla="*/ 1753098 w 2736000"/>
              <a:gd name="connsiteY34-394" fmla="*/ 1974987 h 3930092"/>
              <a:gd name="connsiteX35-395" fmla="*/ 1825752 w 2736000"/>
              <a:gd name="connsiteY35-396" fmla="*/ 2312143 h 3930092"/>
              <a:gd name="connsiteX36-397" fmla="*/ 2395980 w 2736000"/>
              <a:gd name="connsiteY36-398" fmla="*/ 3557007 h 3930092"/>
              <a:gd name="connsiteX37-399" fmla="*/ 2395980 w 2736000"/>
              <a:gd name="connsiteY37-400" fmla="*/ 3642092 h 3930092"/>
              <a:gd name="connsiteX38-401" fmla="*/ 2592000 w 2736000"/>
              <a:gd name="connsiteY38-402" fmla="*/ 3642092 h 3930092"/>
              <a:gd name="connsiteX39-403" fmla="*/ 2736000 w 2736000"/>
              <a:gd name="connsiteY39-404" fmla="*/ 3786092 h 3930092"/>
              <a:gd name="connsiteX40-405" fmla="*/ 2592000 w 2736000"/>
              <a:gd name="connsiteY40-406" fmla="*/ 3930092 h 3930092"/>
              <a:gd name="connsiteX41-407" fmla="*/ 144000 w 2736000"/>
              <a:gd name="connsiteY41-408" fmla="*/ 3930092 h 3930092"/>
              <a:gd name="connsiteX42-409" fmla="*/ 0 w 2736000"/>
              <a:gd name="connsiteY42-410" fmla="*/ 3786092 h 3930092"/>
              <a:gd name="connsiteX43-411" fmla="*/ 144000 w 2736000"/>
              <a:gd name="connsiteY43-412" fmla="*/ 3642092 h 3930092"/>
              <a:gd name="connsiteX44-413" fmla="*/ 338578 w 2736000"/>
              <a:gd name="connsiteY44-414" fmla="*/ 3642092 h 3930092"/>
              <a:gd name="connsiteX45-415" fmla="*/ 338578 w 2736000"/>
              <a:gd name="connsiteY45-416" fmla="*/ 3557007 h 3930092"/>
              <a:gd name="connsiteX46-417" fmla="*/ 951672 w 2736000"/>
              <a:gd name="connsiteY46-418" fmla="*/ 2284199 h 3930092"/>
              <a:gd name="connsiteX47-419" fmla="*/ 1012216 w 2736000"/>
              <a:gd name="connsiteY47-420" fmla="*/ 1995181 h 3930092"/>
              <a:gd name="connsiteX48-421" fmla="*/ 943195 w 2736000"/>
              <a:gd name="connsiteY48-422" fmla="*/ 1693402 h 3930092"/>
              <a:gd name="connsiteX49-423" fmla="*/ 339300 w 2736000"/>
              <a:gd name="connsiteY49-424" fmla="*/ 413234 h 3930092"/>
              <a:gd name="connsiteX50-425" fmla="*/ 339300 w 2736000"/>
              <a:gd name="connsiteY50-426" fmla="*/ 288000 h 3930092"/>
              <a:gd name="connsiteX51-427" fmla="*/ 144000 w 2736000"/>
              <a:gd name="connsiteY51-428" fmla="*/ 288000 h 3930092"/>
              <a:gd name="connsiteX52-429" fmla="*/ 0 w 2736000"/>
              <a:gd name="connsiteY52-430" fmla="*/ 144000 h 3930092"/>
              <a:gd name="connsiteX53-431" fmla="*/ 144000 w 2736000"/>
              <a:gd name="connsiteY53-432" fmla="*/ 0 h 3930092"/>
              <a:gd name="connsiteX0-433" fmla="*/ 1397963 w 2736000"/>
              <a:gd name="connsiteY0-434" fmla="*/ 2421112 h 3930092"/>
              <a:gd name="connsiteX1-435" fmla="*/ 1535821 w 2736000"/>
              <a:gd name="connsiteY1-436" fmla="*/ 2564417 h 3930092"/>
              <a:gd name="connsiteX2-437" fmla="*/ 2088000 w 2736000"/>
              <a:gd name="connsiteY2-438" fmla="*/ 3520946 h 3930092"/>
              <a:gd name="connsiteX3-439" fmla="*/ 648080 w 2736000"/>
              <a:gd name="connsiteY3-440" fmla="*/ 3506285 h 3930092"/>
              <a:gd name="connsiteX4-441" fmla="*/ 1198105 w 2736000"/>
              <a:gd name="connsiteY4-442" fmla="*/ 2565503 h 3930092"/>
              <a:gd name="connsiteX5-443" fmla="*/ 1397963 w 2736000"/>
              <a:gd name="connsiteY5-444" fmla="*/ 2421112 h 3930092"/>
              <a:gd name="connsiteX6-445" fmla="*/ 648003 w 2736000"/>
              <a:gd name="connsiteY6-446" fmla="*/ 793859 h 3930092"/>
              <a:gd name="connsiteX7-447" fmla="*/ 2087849 w 2736000"/>
              <a:gd name="connsiteY7-448" fmla="*/ 808518 h 3930092"/>
              <a:gd name="connsiteX8-449" fmla="*/ 1641214 w 2736000"/>
              <a:gd name="connsiteY8-450" fmla="*/ 1449982 h 3930092"/>
              <a:gd name="connsiteX9-451" fmla="*/ 1368003 w 2736000"/>
              <a:gd name="connsiteY9-452" fmla="*/ 1937706 h 3930092"/>
              <a:gd name="connsiteX10-453" fmla="*/ 1094068 w 2736000"/>
              <a:gd name="connsiteY10-454" fmla="*/ 1448735 h 3930092"/>
              <a:gd name="connsiteX11-455" fmla="*/ 648003 w 2736000"/>
              <a:gd name="connsiteY11-456" fmla="*/ 793859 h 3930092"/>
              <a:gd name="connsiteX12-457" fmla="*/ 516625 w 2736000"/>
              <a:gd name="connsiteY12-458" fmla="*/ 299874 h 3930092"/>
              <a:gd name="connsiteX13-459" fmla="*/ 516625 w 2736000"/>
              <a:gd name="connsiteY13-460" fmla="*/ 449580 h 3930092"/>
              <a:gd name="connsiteX14-461" fmla="*/ 1029987 w 2736000"/>
              <a:gd name="connsiteY14-462" fmla="*/ 1557992 h 3930092"/>
              <a:gd name="connsiteX15-463" fmla="*/ 1146996 w 2736000"/>
              <a:gd name="connsiteY15-464" fmla="*/ 2057479 h 3930092"/>
              <a:gd name="connsiteX16-465" fmla="*/ 1055065 w 2736000"/>
              <a:gd name="connsiteY16-466" fmla="*/ 2431585 h 3930092"/>
              <a:gd name="connsiteX17-467" fmla="*/ 539378 w 2736000"/>
              <a:gd name="connsiteY17-468" fmla="*/ 3468615 h 3930092"/>
              <a:gd name="connsiteX18-469" fmla="*/ 539378 w 2736000"/>
              <a:gd name="connsiteY18-470" fmla="*/ 3604591 h 3930092"/>
              <a:gd name="connsiteX19-471" fmla="*/ 2196077 w 2736000"/>
              <a:gd name="connsiteY19-472" fmla="*/ 3604591 h 3930092"/>
              <a:gd name="connsiteX20-473" fmla="*/ 2196077 w 2736000"/>
              <a:gd name="connsiteY20-474" fmla="*/ 3468615 h 3930092"/>
              <a:gd name="connsiteX21-475" fmla="*/ 1695313 w 2736000"/>
              <a:gd name="connsiteY21-476" fmla="*/ 2440912 h 3930092"/>
              <a:gd name="connsiteX22-477" fmla="*/ 1617547 w 2736000"/>
              <a:gd name="connsiteY22-478" fmla="*/ 2049252 h 3930092"/>
              <a:gd name="connsiteX23-479" fmla="*/ 1719395 w 2736000"/>
              <a:gd name="connsiteY23-480" fmla="*/ 1540961 h 3930092"/>
              <a:gd name="connsiteX24-481" fmla="*/ 2207952 w 2736000"/>
              <a:gd name="connsiteY24-482" fmla="*/ 449580 h 3930092"/>
              <a:gd name="connsiteX25-483" fmla="*/ 2207952 w 2736000"/>
              <a:gd name="connsiteY25-484" fmla="*/ 299874 h 3930092"/>
              <a:gd name="connsiteX26-485" fmla="*/ 516625 w 2736000"/>
              <a:gd name="connsiteY26-486" fmla="*/ 299874 h 3930092"/>
              <a:gd name="connsiteX27-487" fmla="*/ 144000 w 2736000"/>
              <a:gd name="connsiteY27-488" fmla="*/ 0 h 3930092"/>
              <a:gd name="connsiteX28-489" fmla="*/ 2592000 w 2736000"/>
              <a:gd name="connsiteY28-490" fmla="*/ 0 h 3930092"/>
              <a:gd name="connsiteX29-491" fmla="*/ 2736000 w 2736000"/>
              <a:gd name="connsiteY29-492" fmla="*/ 144000 h 3930092"/>
              <a:gd name="connsiteX30-493" fmla="*/ 2592000 w 2736000"/>
              <a:gd name="connsiteY30-494" fmla="*/ 288000 h 3930092"/>
              <a:gd name="connsiteX31-495" fmla="*/ 2396702 w 2736000"/>
              <a:gd name="connsiteY31-496" fmla="*/ 288000 h 3930092"/>
              <a:gd name="connsiteX32-497" fmla="*/ 2396702 w 2736000"/>
              <a:gd name="connsiteY32-498" fmla="*/ 413234 h 3930092"/>
              <a:gd name="connsiteX33-499" fmla="*/ 1815389 w 2736000"/>
              <a:gd name="connsiteY33-500" fmla="*/ 1665324 h 3930092"/>
              <a:gd name="connsiteX34-501" fmla="*/ 1753098 w 2736000"/>
              <a:gd name="connsiteY34-502" fmla="*/ 1974987 h 3930092"/>
              <a:gd name="connsiteX35-503" fmla="*/ 1825752 w 2736000"/>
              <a:gd name="connsiteY35-504" fmla="*/ 2312143 h 3930092"/>
              <a:gd name="connsiteX36-505" fmla="*/ 2395980 w 2736000"/>
              <a:gd name="connsiteY36-506" fmla="*/ 3557007 h 3930092"/>
              <a:gd name="connsiteX37-507" fmla="*/ 2395980 w 2736000"/>
              <a:gd name="connsiteY37-508" fmla="*/ 3642092 h 3930092"/>
              <a:gd name="connsiteX38-509" fmla="*/ 2592000 w 2736000"/>
              <a:gd name="connsiteY38-510" fmla="*/ 3642092 h 3930092"/>
              <a:gd name="connsiteX39-511" fmla="*/ 2736000 w 2736000"/>
              <a:gd name="connsiteY39-512" fmla="*/ 3786092 h 3930092"/>
              <a:gd name="connsiteX40-513" fmla="*/ 2592000 w 2736000"/>
              <a:gd name="connsiteY40-514" fmla="*/ 3930092 h 3930092"/>
              <a:gd name="connsiteX41-515" fmla="*/ 144000 w 2736000"/>
              <a:gd name="connsiteY41-516" fmla="*/ 3930092 h 3930092"/>
              <a:gd name="connsiteX42-517" fmla="*/ 0 w 2736000"/>
              <a:gd name="connsiteY42-518" fmla="*/ 3786092 h 3930092"/>
              <a:gd name="connsiteX43-519" fmla="*/ 144000 w 2736000"/>
              <a:gd name="connsiteY43-520" fmla="*/ 3642092 h 3930092"/>
              <a:gd name="connsiteX44-521" fmla="*/ 338578 w 2736000"/>
              <a:gd name="connsiteY44-522" fmla="*/ 3642092 h 3930092"/>
              <a:gd name="connsiteX45-523" fmla="*/ 338578 w 2736000"/>
              <a:gd name="connsiteY45-524" fmla="*/ 3557007 h 3930092"/>
              <a:gd name="connsiteX46-525" fmla="*/ 951672 w 2736000"/>
              <a:gd name="connsiteY46-526" fmla="*/ 2284199 h 3930092"/>
              <a:gd name="connsiteX47-527" fmla="*/ 1012216 w 2736000"/>
              <a:gd name="connsiteY47-528" fmla="*/ 1995181 h 3930092"/>
              <a:gd name="connsiteX48-529" fmla="*/ 943195 w 2736000"/>
              <a:gd name="connsiteY48-530" fmla="*/ 1693402 h 3930092"/>
              <a:gd name="connsiteX49-531" fmla="*/ 339300 w 2736000"/>
              <a:gd name="connsiteY49-532" fmla="*/ 413234 h 3930092"/>
              <a:gd name="connsiteX50-533" fmla="*/ 339300 w 2736000"/>
              <a:gd name="connsiteY50-534" fmla="*/ 288000 h 3930092"/>
              <a:gd name="connsiteX51-535" fmla="*/ 144000 w 2736000"/>
              <a:gd name="connsiteY51-536" fmla="*/ 288000 h 3930092"/>
              <a:gd name="connsiteX52-537" fmla="*/ 0 w 2736000"/>
              <a:gd name="connsiteY52-538" fmla="*/ 144000 h 3930092"/>
              <a:gd name="connsiteX53-539" fmla="*/ 144000 w 2736000"/>
              <a:gd name="connsiteY53-540" fmla="*/ 0 h 3930092"/>
              <a:gd name="connsiteX0-541" fmla="*/ 1397963 w 2736000"/>
              <a:gd name="connsiteY0-542" fmla="*/ 2421112 h 3930092"/>
              <a:gd name="connsiteX1-543" fmla="*/ 1535821 w 2736000"/>
              <a:gd name="connsiteY1-544" fmla="*/ 2564417 h 3930092"/>
              <a:gd name="connsiteX2-545" fmla="*/ 2088000 w 2736000"/>
              <a:gd name="connsiteY2-546" fmla="*/ 3520946 h 3930092"/>
              <a:gd name="connsiteX3-547" fmla="*/ 648080 w 2736000"/>
              <a:gd name="connsiteY3-548" fmla="*/ 3506285 h 3930092"/>
              <a:gd name="connsiteX4-549" fmla="*/ 1198105 w 2736000"/>
              <a:gd name="connsiteY4-550" fmla="*/ 2565503 h 3930092"/>
              <a:gd name="connsiteX5-551" fmla="*/ 1397963 w 2736000"/>
              <a:gd name="connsiteY5-552" fmla="*/ 2421112 h 3930092"/>
              <a:gd name="connsiteX6-553" fmla="*/ 648003 w 2736000"/>
              <a:gd name="connsiteY6-554" fmla="*/ 793859 h 3930092"/>
              <a:gd name="connsiteX7-555" fmla="*/ 2087849 w 2736000"/>
              <a:gd name="connsiteY7-556" fmla="*/ 808518 h 3930092"/>
              <a:gd name="connsiteX8-557" fmla="*/ 1641214 w 2736000"/>
              <a:gd name="connsiteY8-558" fmla="*/ 1449982 h 3930092"/>
              <a:gd name="connsiteX9-559" fmla="*/ 1368003 w 2736000"/>
              <a:gd name="connsiteY9-560" fmla="*/ 1937706 h 3930092"/>
              <a:gd name="connsiteX10-561" fmla="*/ 1094068 w 2736000"/>
              <a:gd name="connsiteY10-562" fmla="*/ 1448735 h 3930092"/>
              <a:gd name="connsiteX11-563" fmla="*/ 648003 w 2736000"/>
              <a:gd name="connsiteY11-564" fmla="*/ 793859 h 3930092"/>
              <a:gd name="connsiteX12-565" fmla="*/ 516625 w 2736000"/>
              <a:gd name="connsiteY12-566" fmla="*/ 299874 h 3930092"/>
              <a:gd name="connsiteX13-567" fmla="*/ 516625 w 2736000"/>
              <a:gd name="connsiteY13-568" fmla="*/ 449580 h 3930092"/>
              <a:gd name="connsiteX14-569" fmla="*/ 1029987 w 2736000"/>
              <a:gd name="connsiteY14-570" fmla="*/ 1557992 h 3930092"/>
              <a:gd name="connsiteX15-571" fmla="*/ 1146996 w 2736000"/>
              <a:gd name="connsiteY15-572" fmla="*/ 2057479 h 3930092"/>
              <a:gd name="connsiteX16-573" fmla="*/ 1055065 w 2736000"/>
              <a:gd name="connsiteY16-574" fmla="*/ 2431585 h 3930092"/>
              <a:gd name="connsiteX17-575" fmla="*/ 539378 w 2736000"/>
              <a:gd name="connsiteY17-576" fmla="*/ 3468615 h 3930092"/>
              <a:gd name="connsiteX18-577" fmla="*/ 539378 w 2736000"/>
              <a:gd name="connsiteY18-578" fmla="*/ 3604591 h 3930092"/>
              <a:gd name="connsiteX19-579" fmla="*/ 2196077 w 2736000"/>
              <a:gd name="connsiteY19-580" fmla="*/ 3604591 h 3930092"/>
              <a:gd name="connsiteX20-581" fmla="*/ 2196077 w 2736000"/>
              <a:gd name="connsiteY20-582" fmla="*/ 3468615 h 3930092"/>
              <a:gd name="connsiteX21-583" fmla="*/ 1695313 w 2736000"/>
              <a:gd name="connsiteY21-584" fmla="*/ 2440912 h 3930092"/>
              <a:gd name="connsiteX22-585" fmla="*/ 1617547 w 2736000"/>
              <a:gd name="connsiteY22-586" fmla="*/ 2049252 h 3930092"/>
              <a:gd name="connsiteX23-587" fmla="*/ 1719395 w 2736000"/>
              <a:gd name="connsiteY23-588" fmla="*/ 1540961 h 3930092"/>
              <a:gd name="connsiteX24-589" fmla="*/ 2207952 w 2736000"/>
              <a:gd name="connsiteY24-590" fmla="*/ 449580 h 3930092"/>
              <a:gd name="connsiteX25-591" fmla="*/ 2207952 w 2736000"/>
              <a:gd name="connsiteY25-592" fmla="*/ 299874 h 3930092"/>
              <a:gd name="connsiteX26-593" fmla="*/ 516625 w 2736000"/>
              <a:gd name="connsiteY26-594" fmla="*/ 299874 h 3930092"/>
              <a:gd name="connsiteX27-595" fmla="*/ 144000 w 2736000"/>
              <a:gd name="connsiteY27-596" fmla="*/ 0 h 3930092"/>
              <a:gd name="connsiteX28-597" fmla="*/ 2592000 w 2736000"/>
              <a:gd name="connsiteY28-598" fmla="*/ 0 h 3930092"/>
              <a:gd name="connsiteX29-599" fmla="*/ 2736000 w 2736000"/>
              <a:gd name="connsiteY29-600" fmla="*/ 144000 h 3930092"/>
              <a:gd name="connsiteX30-601" fmla="*/ 2592000 w 2736000"/>
              <a:gd name="connsiteY30-602" fmla="*/ 288000 h 3930092"/>
              <a:gd name="connsiteX31-603" fmla="*/ 2396702 w 2736000"/>
              <a:gd name="connsiteY31-604" fmla="*/ 288000 h 3930092"/>
              <a:gd name="connsiteX32-605" fmla="*/ 2396702 w 2736000"/>
              <a:gd name="connsiteY32-606" fmla="*/ 413234 h 3930092"/>
              <a:gd name="connsiteX33-607" fmla="*/ 1815389 w 2736000"/>
              <a:gd name="connsiteY33-608" fmla="*/ 1665324 h 3930092"/>
              <a:gd name="connsiteX34-609" fmla="*/ 1753098 w 2736000"/>
              <a:gd name="connsiteY34-610" fmla="*/ 1974987 h 3930092"/>
              <a:gd name="connsiteX35-611" fmla="*/ 1825752 w 2736000"/>
              <a:gd name="connsiteY35-612" fmla="*/ 2312143 h 3930092"/>
              <a:gd name="connsiteX36-613" fmla="*/ 2395980 w 2736000"/>
              <a:gd name="connsiteY36-614" fmla="*/ 3557007 h 3930092"/>
              <a:gd name="connsiteX37-615" fmla="*/ 2395980 w 2736000"/>
              <a:gd name="connsiteY37-616" fmla="*/ 3642092 h 3930092"/>
              <a:gd name="connsiteX38-617" fmla="*/ 2592000 w 2736000"/>
              <a:gd name="connsiteY38-618" fmla="*/ 3642092 h 3930092"/>
              <a:gd name="connsiteX39-619" fmla="*/ 2736000 w 2736000"/>
              <a:gd name="connsiteY39-620" fmla="*/ 3786092 h 3930092"/>
              <a:gd name="connsiteX40-621" fmla="*/ 2592000 w 2736000"/>
              <a:gd name="connsiteY40-622" fmla="*/ 3930092 h 3930092"/>
              <a:gd name="connsiteX41-623" fmla="*/ 144000 w 2736000"/>
              <a:gd name="connsiteY41-624" fmla="*/ 3930092 h 3930092"/>
              <a:gd name="connsiteX42-625" fmla="*/ 0 w 2736000"/>
              <a:gd name="connsiteY42-626" fmla="*/ 3786092 h 3930092"/>
              <a:gd name="connsiteX43-627" fmla="*/ 144000 w 2736000"/>
              <a:gd name="connsiteY43-628" fmla="*/ 3642092 h 3930092"/>
              <a:gd name="connsiteX44-629" fmla="*/ 338578 w 2736000"/>
              <a:gd name="connsiteY44-630" fmla="*/ 3642092 h 3930092"/>
              <a:gd name="connsiteX45-631" fmla="*/ 338578 w 2736000"/>
              <a:gd name="connsiteY45-632" fmla="*/ 3557007 h 3930092"/>
              <a:gd name="connsiteX46-633" fmla="*/ 951672 w 2736000"/>
              <a:gd name="connsiteY46-634" fmla="*/ 2284199 h 3930092"/>
              <a:gd name="connsiteX47-635" fmla="*/ 1012216 w 2736000"/>
              <a:gd name="connsiteY47-636" fmla="*/ 1995181 h 3930092"/>
              <a:gd name="connsiteX48-637" fmla="*/ 943195 w 2736000"/>
              <a:gd name="connsiteY48-638" fmla="*/ 1693402 h 3930092"/>
              <a:gd name="connsiteX49-639" fmla="*/ 339300 w 2736000"/>
              <a:gd name="connsiteY49-640" fmla="*/ 413234 h 3930092"/>
              <a:gd name="connsiteX50-641" fmla="*/ 339300 w 2736000"/>
              <a:gd name="connsiteY50-642" fmla="*/ 288000 h 3930092"/>
              <a:gd name="connsiteX51-643" fmla="*/ 144000 w 2736000"/>
              <a:gd name="connsiteY51-644" fmla="*/ 288000 h 3930092"/>
              <a:gd name="connsiteX52-645" fmla="*/ 0 w 2736000"/>
              <a:gd name="connsiteY52-646" fmla="*/ 144000 h 3930092"/>
              <a:gd name="connsiteX53-647" fmla="*/ 144000 w 2736000"/>
              <a:gd name="connsiteY53-648" fmla="*/ 0 h 3930092"/>
              <a:gd name="connsiteX0-649" fmla="*/ 1397963 w 2736000"/>
              <a:gd name="connsiteY0-650" fmla="*/ 2421112 h 3930092"/>
              <a:gd name="connsiteX1-651" fmla="*/ 1535821 w 2736000"/>
              <a:gd name="connsiteY1-652" fmla="*/ 2564417 h 3930092"/>
              <a:gd name="connsiteX2-653" fmla="*/ 2088000 w 2736000"/>
              <a:gd name="connsiteY2-654" fmla="*/ 3520946 h 3930092"/>
              <a:gd name="connsiteX3-655" fmla="*/ 648080 w 2736000"/>
              <a:gd name="connsiteY3-656" fmla="*/ 3506285 h 3930092"/>
              <a:gd name="connsiteX4-657" fmla="*/ 1198105 w 2736000"/>
              <a:gd name="connsiteY4-658" fmla="*/ 2565503 h 3930092"/>
              <a:gd name="connsiteX5-659" fmla="*/ 1397963 w 2736000"/>
              <a:gd name="connsiteY5-660" fmla="*/ 2421112 h 3930092"/>
              <a:gd name="connsiteX6-661" fmla="*/ 648003 w 2736000"/>
              <a:gd name="connsiteY6-662" fmla="*/ 793859 h 3930092"/>
              <a:gd name="connsiteX7-663" fmla="*/ 2087849 w 2736000"/>
              <a:gd name="connsiteY7-664" fmla="*/ 808518 h 3930092"/>
              <a:gd name="connsiteX8-665" fmla="*/ 1641214 w 2736000"/>
              <a:gd name="connsiteY8-666" fmla="*/ 1449982 h 3930092"/>
              <a:gd name="connsiteX9-667" fmla="*/ 1368003 w 2736000"/>
              <a:gd name="connsiteY9-668" fmla="*/ 1937706 h 3930092"/>
              <a:gd name="connsiteX10-669" fmla="*/ 1094068 w 2736000"/>
              <a:gd name="connsiteY10-670" fmla="*/ 1448735 h 3930092"/>
              <a:gd name="connsiteX11-671" fmla="*/ 648003 w 2736000"/>
              <a:gd name="connsiteY11-672" fmla="*/ 793859 h 3930092"/>
              <a:gd name="connsiteX12-673" fmla="*/ 516625 w 2736000"/>
              <a:gd name="connsiteY12-674" fmla="*/ 299874 h 3930092"/>
              <a:gd name="connsiteX13-675" fmla="*/ 516625 w 2736000"/>
              <a:gd name="connsiteY13-676" fmla="*/ 449580 h 3930092"/>
              <a:gd name="connsiteX14-677" fmla="*/ 1029987 w 2736000"/>
              <a:gd name="connsiteY14-678" fmla="*/ 1557992 h 3930092"/>
              <a:gd name="connsiteX15-679" fmla="*/ 1146996 w 2736000"/>
              <a:gd name="connsiteY15-680" fmla="*/ 2057479 h 3930092"/>
              <a:gd name="connsiteX16-681" fmla="*/ 1055065 w 2736000"/>
              <a:gd name="connsiteY16-682" fmla="*/ 2431585 h 3930092"/>
              <a:gd name="connsiteX17-683" fmla="*/ 539378 w 2736000"/>
              <a:gd name="connsiteY17-684" fmla="*/ 3468615 h 3930092"/>
              <a:gd name="connsiteX18-685" fmla="*/ 539378 w 2736000"/>
              <a:gd name="connsiteY18-686" fmla="*/ 3604591 h 3930092"/>
              <a:gd name="connsiteX19-687" fmla="*/ 2196077 w 2736000"/>
              <a:gd name="connsiteY19-688" fmla="*/ 3604591 h 3930092"/>
              <a:gd name="connsiteX20-689" fmla="*/ 2196077 w 2736000"/>
              <a:gd name="connsiteY20-690" fmla="*/ 3468615 h 3930092"/>
              <a:gd name="connsiteX21-691" fmla="*/ 1695313 w 2736000"/>
              <a:gd name="connsiteY21-692" fmla="*/ 2440912 h 3930092"/>
              <a:gd name="connsiteX22-693" fmla="*/ 1617547 w 2736000"/>
              <a:gd name="connsiteY22-694" fmla="*/ 2049252 h 3930092"/>
              <a:gd name="connsiteX23-695" fmla="*/ 1719395 w 2736000"/>
              <a:gd name="connsiteY23-696" fmla="*/ 1540961 h 3930092"/>
              <a:gd name="connsiteX24-697" fmla="*/ 2207952 w 2736000"/>
              <a:gd name="connsiteY24-698" fmla="*/ 449580 h 3930092"/>
              <a:gd name="connsiteX25-699" fmla="*/ 2207952 w 2736000"/>
              <a:gd name="connsiteY25-700" fmla="*/ 299874 h 3930092"/>
              <a:gd name="connsiteX26-701" fmla="*/ 516625 w 2736000"/>
              <a:gd name="connsiteY26-702" fmla="*/ 299874 h 3930092"/>
              <a:gd name="connsiteX27-703" fmla="*/ 144000 w 2736000"/>
              <a:gd name="connsiteY27-704" fmla="*/ 0 h 3930092"/>
              <a:gd name="connsiteX28-705" fmla="*/ 2592000 w 2736000"/>
              <a:gd name="connsiteY28-706" fmla="*/ 0 h 3930092"/>
              <a:gd name="connsiteX29-707" fmla="*/ 2736000 w 2736000"/>
              <a:gd name="connsiteY29-708" fmla="*/ 144000 h 3930092"/>
              <a:gd name="connsiteX30-709" fmla="*/ 2592000 w 2736000"/>
              <a:gd name="connsiteY30-710" fmla="*/ 288000 h 3930092"/>
              <a:gd name="connsiteX31-711" fmla="*/ 2396702 w 2736000"/>
              <a:gd name="connsiteY31-712" fmla="*/ 288000 h 3930092"/>
              <a:gd name="connsiteX32-713" fmla="*/ 2396702 w 2736000"/>
              <a:gd name="connsiteY32-714" fmla="*/ 413234 h 3930092"/>
              <a:gd name="connsiteX33-715" fmla="*/ 1815389 w 2736000"/>
              <a:gd name="connsiteY33-716" fmla="*/ 1665324 h 3930092"/>
              <a:gd name="connsiteX34-717" fmla="*/ 1753098 w 2736000"/>
              <a:gd name="connsiteY34-718" fmla="*/ 1974987 h 3930092"/>
              <a:gd name="connsiteX35-719" fmla="*/ 1825752 w 2736000"/>
              <a:gd name="connsiteY35-720" fmla="*/ 2312143 h 3930092"/>
              <a:gd name="connsiteX36-721" fmla="*/ 2395980 w 2736000"/>
              <a:gd name="connsiteY36-722" fmla="*/ 3557007 h 3930092"/>
              <a:gd name="connsiteX37-723" fmla="*/ 2395980 w 2736000"/>
              <a:gd name="connsiteY37-724" fmla="*/ 3642092 h 3930092"/>
              <a:gd name="connsiteX38-725" fmla="*/ 2592000 w 2736000"/>
              <a:gd name="connsiteY38-726" fmla="*/ 3642092 h 3930092"/>
              <a:gd name="connsiteX39-727" fmla="*/ 2736000 w 2736000"/>
              <a:gd name="connsiteY39-728" fmla="*/ 3786092 h 3930092"/>
              <a:gd name="connsiteX40-729" fmla="*/ 2592000 w 2736000"/>
              <a:gd name="connsiteY40-730" fmla="*/ 3930092 h 3930092"/>
              <a:gd name="connsiteX41-731" fmla="*/ 144000 w 2736000"/>
              <a:gd name="connsiteY41-732" fmla="*/ 3930092 h 3930092"/>
              <a:gd name="connsiteX42-733" fmla="*/ 0 w 2736000"/>
              <a:gd name="connsiteY42-734" fmla="*/ 3786092 h 3930092"/>
              <a:gd name="connsiteX43-735" fmla="*/ 144000 w 2736000"/>
              <a:gd name="connsiteY43-736" fmla="*/ 3642092 h 3930092"/>
              <a:gd name="connsiteX44-737" fmla="*/ 338578 w 2736000"/>
              <a:gd name="connsiteY44-738" fmla="*/ 3642092 h 3930092"/>
              <a:gd name="connsiteX45-739" fmla="*/ 338578 w 2736000"/>
              <a:gd name="connsiteY45-740" fmla="*/ 3557007 h 3930092"/>
              <a:gd name="connsiteX46-741" fmla="*/ 951672 w 2736000"/>
              <a:gd name="connsiteY46-742" fmla="*/ 2284199 h 3930092"/>
              <a:gd name="connsiteX47-743" fmla="*/ 1012216 w 2736000"/>
              <a:gd name="connsiteY47-744" fmla="*/ 1995181 h 3930092"/>
              <a:gd name="connsiteX48-745" fmla="*/ 943195 w 2736000"/>
              <a:gd name="connsiteY48-746" fmla="*/ 1693402 h 3930092"/>
              <a:gd name="connsiteX49-747" fmla="*/ 339300 w 2736000"/>
              <a:gd name="connsiteY49-748" fmla="*/ 413234 h 3930092"/>
              <a:gd name="connsiteX50-749" fmla="*/ 339300 w 2736000"/>
              <a:gd name="connsiteY50-750" fmla="*/ 288000 h 3930092"/>
              <a:gd name="connsiteX51-751" fmla="*/ 144000 w 2736000"/>
              <a:gd name="connsiteY51-752" fmla="*/ 288000 h 3930092"/>
              <a:gd name="connsiteX52-753" fmla="*/ 0 w 2736000"/>
              <a:gd name="connsiteY52-754" fmla="*/ 144000 h 3930092"/>
              <a:gd name="connsiteX53-755" fmla="*/ 144000 w 2736000"/>
              <a:gd name="connsiteY53-756" fmla="*/ 0 h 3930092"/>
              <a:gd name="connsiteX0-757" fmla="*/ 1397963 w 2736000"/>
              <a:gd name="connsiteY0-758" fmla="*/ 2421112 h 3930092"/>
              <a:gd name="connsiteX1-759" fmla="*/ 1535821 w 2736000"/>
              <a:gd name="connsiteY1-760" fmla="*/ 2564417 h 3930092"/>
              <a:gd name="connsiteX2-761" fmla="*/ 2088000 w 2736000"/>
              <a:gd name="connsiteY2-762" fmla="*/ 3520946 h 3930092"/>
              <a:gd name="connsiteX3-763" fmla="*/ 648080 w 2736000"/>
              <a:gd name="connsiteY3-764" fmla="*/ 3506285 h 3930092"/>
              <a:gd name="connsiteX4-765" fmla="*/ 1198105 w 2736000"/>
              <a:gd name="connsiteY4-766" fmla="*/ 2565503 h 3930092"/>
              <a:gd name="connsiteX5-767" fmla="*/ 1397963 w 2736000"/>
              <a:gd name="connsiteY5-768" fmla="*/ 2421112 h 3930092"/>
              <a:gd name="connsiteX6-769" fmla="*/ 648003 w 2736000"/>
              <a:gd name="connsiteY6-770" fmla="*/ 793859 h 3930092"/>
              <a:gd name="connsiteX7-771" fmla="*/ 2087849 w 2736000"/>
              <a:gd name="connsiteY7-772" fmla="*/ 808518 h 3930092"/>
              <a:gd name="connsiteX8-773" fmla="*/ 1641214 w 2736000"/>
              <a:gd name="connsiteY8-774" fmla="*/ 1449982 h 3930092"/>
              <a:gd name="connsiteX9-775" fmla="*/ 1368003 w 2736000"/>
              <a:gd name="connsiteY9-776" fmla="*/ 1937706 h 3930092"/>
              <a:gd name="connsiteX10-777" fmla="*/ 1094068 w 2736000"/>
              <a:gd name="connsiteY10-778" fmla="*/ 1448735 h 3930092"/>
              <a:gd name="connsiteX11-779" fmla="*/ 648003 w 2736000"/>
              <a:gd name="connsiteY11-780" fmla="*/ 793859 h 3930092"/>
              <a:gd name="connsiteX12-781" fmla="*/ 516625 w 2736000"/>
              <a:gd name="connsiteY12-782" fmla="*/ 299874 h 3930092"/>
              <a:gd name="connsiteX13-783" fmla="*/ 516625 w 2736000"/>
              <a:gd name="connsiteY13-784" fmla="*/ 449580 h 3930092"/>
              <a:gd name="connsiteX14-785" fmla="*/ 1029987 w 2736000"/>
              <a:gd name="connsiteY14-786" fmla="*/ 1557992 h 3930092"/>
              <a:gd name="connsiteX15-787" fmla="*/ 1146996 w 2736000"/>
              <a:gd name="connsiteY15-788" fmla="*/ 2057479 h 3930092"/>
              <a:gd name="connsiteX16-789" fmla="*/ 1055065 w 2736000"/>
              <a:gd name="connsiteY16-790" fmla="*/ 2431585 h 3930092"/>
              <a:gd name="connsiteX17-791" fmla="*/ 539378 w 2736000"/>
              <a:gd name="connsiteY17-792" fmla="*/ 3468615 h 3930092"/>
              <a:gd name="connsiteX18-793" fmla="*/ 539378 w 2736000"/>
              <a:gd name="connsiteY18-794" fmla="*/ 3604591 h 3930092"/>
              <a:gd name="connsiteX19-795" fmla="*/ 2196077 w 2736000"/>
              <a:gd name="connsiteY19-796" fmla="*/ 3604591 h 3930092"/>
              <a:gd name="connsiteX20-797" fmla="*/ 2196077 w 2736000"/>
              <a:gd name="connsiteY20-798" fmla="*/ 3468615 h 3930092"/>
              <a:gd name="connsiteX21-799" fmla="*/ 1695313 w 2736000"/>
              <a:gd name="connsiteY21-800" fmla="*/ 2440912 h 3930092"/>
              <a:gd name="connsiteX22-801" fmla="*/ 1617547 w 2736000"/>
              <a:gd name="connsiteY22-802" fmla="*/ 2049252 h 3930092"/>
              <a:gd name="connsiteX23-803" fmla="*/ 1719395 w 2736000"/>
              <a:gd name="connsiteY23-804" fmla="*/ 1540961 h 3930092"/>
              <a:gd name="connsiteX24-805" fmla="*/ 2207952 w 2736000"/>
              <a:gd name="connsiteY24-806" fmla="*/ 449580 h 3930092"/>
              <a:gd name="connsiteX25-807" fmla="*/ 2207952 w 2736000"/>
              <a:gd name="connsiteY25-808" fmla="*/ 299874 h 3930092"/>
              <a:gd name="connsiteX26-809" fmla="*/ 516625 w 2736000"/>
              <a:gd name="connsiteY26-810" fmla="*/ 299874 h 3930092"/>
              <a:gd name="connsiteX27-811" fmla="*/ 144000 w 2736000"/>
              <a:gd name="connsiteY27-812" fmla="*/ 0 h 3930092"/>
              <a:gd name="connsiteX28-813" fmla="*/ 2592000 w 2736000"/>
              <a:gd name="connsiteY28-814" fmla="*/ 0 h 3930092"/>
              <a:gd name="connsiteX29-815" fmla="*/ 2736000 w 2736000"/>
              <a:gd name="connsiteY29-816" fmla="*/ 144000 h 3930092"/>
              <a:gd name="connsiteX30-817" fmla="*/ 2592000 w 2736000"/>
              <a:gd name="connsiteY30-818" fmla="*/ 288000 h 3930092"/>
              <a:gd name="connsiteX31-819" fmla="*/ 2396702 w 2736000"/>
              <a:gd name="connsiteY31-820" fmla="*/ 288000 h 3930092"/>
              <a:gd name="connsiteX32-821" fmla="*/ 2396702 w 2736000"/>
              <a:gd name="connsiteY32-822" fmla="*/ 413234 h 3930092"/>
              <a:gd name="connsiteX33-823" fmla="*/ 1815389 w 2736000"/>
              <a:gd name="connsiteY33-824" fmla="*/ 1665324 h 3930092"/>
              <a:gd name="connsiteX34-825" fmla="*/ 1753098 w 2736000"/>
              <a:gd name="connsiteY34-826" fmla="*/ 1974987 h 3930092"/>
              <a:gd name="connsiteX35-827" fmla="*/ 1825752 w 2736000"/>
              <a:gd name="connsiteY35-828" fmla="*/ 2312143 h 3930092"/>
              <a:gd name="connsiteX36-829" fmla="*/ 2395980 w 2736000"/>
              <a:gd name="connsiteY36-830" fmla="*/ 3557007 h 3930092"/>
              <a:gd name="connsiteX37-831" fmla="*/ 2395980 w 2736000"/>
              <a:gd name="connsiteY37-832" fmla="*/ 3642092 h 3930092"/>
              <a:gd name="connsiteX38-833" fmla="*/ 2592000 w 2736000"/>
              <a:gd name="connsiteY38-834" fmla="*/ 3642092 h 3930092"/>
              <a:gd name="connsiteX39-835" fmla="*/ 2736000 w 2736000"/>
              <a:gd name="connsiteY39-836" fmla="*/ 3786092 h 3930092"/>
              <a:gd name="connsiteX40-837" fmla="*/ 2592000 w 2736000"/>
              <a:gd name="connsiteY40-838" fmla="*/ 3930092 h 3930092"/>
              <a:gd name="connsiteX41-839" fmla="*/ 144000 w 2736000"/>
              <a:gd name="connsiteY41-840" fmla="*/ 3930092 h 3930092"/>
              <a:gd name="connsiteX42-841" fmla="*/ 0 w 2736000"/>
              <a:gd name="connsiteY42-842" fmla="*/ 3786092 h 3930092"/>
              <a:gd name="connsiteX43-843" fmla="*/ 144000 w 2736000"/>
              <a:gd name="connsiteY43-844" fmla="*/ 3642092 h 3930092"/>
              <a:gd name="connsiteX44-845" fmla="*/ 338578 w 2736000"/>
              <a:gd name="connsiteY44-846" fmla="*/ 3642092 h 3930092"/>
              <a:gd name="connsiteX45-847" fmla="*/ 338578 w 2736000"/>
              <a:gd name="connsiteY45-848" fmla="*/ 3557007 h 3930092"/>
              <a:gd name="connsiteX46-849" fmla="*/ 951672 w 2736000"/>
              <a:gd name="connsiteY46-850" fmla="*/ 2284199 h 3930092"/>
              <a:gd name="connsiteX47-851" fmla="*/ 1012216 w 2736000"/>
              <a:gd name="connsiteY47-852" fmla="*/ 1995181 h 3930092"/>
              <a:gd name="connsiteX48-853" fmla="*/ 943195 w 2736000"/>
              <a:gd name="connsiteY48-854" fmla="*/ 1693402 h 3930092"/>
              <a:gd name="connsiteX49-855" fmla="*/ 339300 w 2736000"/>
              <a:gd name="connsiteY49-856" fmla="*/ 413234 h 3930092"/>
              <a:gd name="connsiteX50-857" fmla="*/ 339300 w 2736000"/>
              <a:gd name="connsiteY50-858" fmla="*/ 288000 h 3930092"/>
              <a:gd name="connsiteX51-859" fmla="*/ 144000 w 2736000"/>
              <a:gd name="connsiteY51-860" fmla="*/ 288000 h 3930092"/>
              <a:gd name="connsiteX52-861" fmla="*/ 0 w 2736000"/>
              <a:gd name="connsiteY52-862" fmla="*/ 144000 h 3930092"/>
              <a:gd name="connsiteX53-863" fmla="*/ 144000 w 2736000"/>
              <a:gd name="connsiteY53-864" fmla="*/ 0 h 3930092"/>
              <a:gd name="connsiteX0-865" fmla="*/ 1397963 w 2736000"/>
              <a:gd name="connsiteY0-866" fmla="*/ 2421112 h 3930092"/>
              <a:gd name="connsiteX1-867" fmla="*/ 1554231 w 2736000"/>
              <a:gd name="connsiteY1-868" fmla="*/ 2567486 h 3930092"/>
              <a:gd name="connsiteX2-869" fmla="*/ 2088000 w 2736000"/>
              <a:gd name="connsiteY2-870" fmla="*/ 3520946 h 3930092"/>
              <a:gd name="connsiteX3-871" fmla="*/ 648080 w 2736000"/>
              <a:gd name="connsiteY3-872" fmla="*/ 3506285 h 3930092"/>
              <a:gd name="connsiteX4-873" fmla="*/ 1198105 w 2736000"/>
              <a:gd name="connsiteY4-874" fmla="*/ 2565503 h 3930092"/>
              <a:gd name="connsiteX5-875" fmla="*/ 1397963 w 2736000"/>
              <a:gd name="connsiteY5-876" fmla="*/ 2421112 h 3930092"/>
              <a:gd name="connsiteX6-877" fmla="*/ 648003 w 2736000"/>
              <a:gd name="connsiteY6-878" fmla="*/ 793859 h 3930092"/>
              <a:gd name="connsiteX7-879" fmla="*/ 2087849 w 2736000"/>
              <a:gd name="connsiteY7-880" fmla="*/ 808518 h 3930092"/>
              <a:gd name="connsiteX8-881" fmla="*/ 1641214 w 2736000"/>
              <a:gd name="connsiteY8-882" fmla="*/ 1449982 h 3930092"/>
              <a:gd name="connsiteX9-883" fmla="*/ 1368003 w 2736000"/>
              <a:gd name="connsiteY9-884" fmla="*/ 1937706 h 3930092"/>
              <a:gd name="connsiteX10-885" fmla="*/ 1094068 w 2736000"/>
              <a:gd name="connsiteY10-886" fmla="*/ 1448735 h 3930092"/>
              <a:gd name="connsiteX11-887" fmla="*/ 648003 w 2736000"/>
              <a:gd name="connsiteY11-888" fmla="*/ 793859 h 3930092"/>
              <a:gd name="connsiteX12-889" fmla="*/ 516625 w 2736000"/>
              <a:gd name="connsiteY12-890" fmla="*/ 299874 h 3930092"/>
              <a:gd name="connsiteX13-891" fmla="*/ 516625 w 2736000"/>
              <a:gd name="connsiteY13-892" fmla="*/ 449580 h 3930092"/>
              <a:gd name="connsiteX14-893" fmla="*/ 1029987 w 2736000"/>
              <a:gd name="connsiteY14-894" fmla="*/ 1557992 h 3930092"/>
              <a:gd name="connsiteX15-895" fmla="*/ 1146996 w 2736000"/>
              <a:gd name="connsiteY15-896" fmla="*/ 2057479 h 3930092"/>
              <a:gd name="connsiteX16-897" fmla="*/ 1055065 w 2736000"/>
              <a:gd name="connsiteY16-898" fmla="*/ 2431585 h 3930092"/>
              <a:gd name="connsiteX17-899" fmla="*/ 539378 w 2736000"/>
              <a:gd name="connsiteY17-900" fmla="*/ 3468615 h 3930092"/>
              <a:gd name="connsiteX18-901" fmla="*/ 539378 w 2736000"/>
              <a:gd name="connsiteY18-902" fmla="*/ 3604591 h 3930092"/>
              <a:gd name="connsiteX19-903" fmla="*/ 2196077 w 2736000"/>
              <a:gd name="connsiteY19-904" fmla="*/ 3604591 h 3930092"/>
              <a:gd name="connsiteX20-905" fmla="*/ 2196077 w 2736000"/>
              <a:gd name="connsiteY20-906" fmla="*/ 3468615 h 3930092"/>
              <a:gd name="connsiteX21-907" fmla="*/ 1695313 w 2736000"/>
              <a:gd name="connsiteY21-908" fmla="*/ 2440912 h 3930092"/>
              <a:gd name="connsiteX22-909" fmla="*/ 1617547 w 2736000"/>
              <a:gd name="connsiteY22-910" fmla="*/ 2049252 h 3930092"/>
              <a:gd name="connsiteX23-911" fmla="*/ 1719395 w 2736000"/>
              <a:gd name="connsiteY23-912" fmla="*/ 1540961 h 3930092"/>
              <a:gd name="connsiteX24-913" fmla="*/ 2207952 w 2736000"/>
              <a:gd name="connsiteY24-914" fmla="*/ 449580 h 3930092"/>
              <a:gd name="connsiteX25-915" fmla="*/ 2207952 w 2736000"/>
              <a:gd name="connsiteY25-916" fmla="*/ 299874 h 3930092"/>
              <a:gd name="connsiteX26-917" fmla="*/ 516625 w 2736000"/>
              <a:gd name="connsiteY26-918" fmla="*/ 299874 h 3930092"/>
              <a:gd name="connsiteX27-919" fmla="*/ 144000 w 2736000"/>
              <a:gd name="connsiteY27-920" fmla="*/ 0 h 3930092"/>
              <a:gd name="connsiteX28-921" fmla="*/ 2592000 w 2736000"/>
              <a:gd name="connsiteY28-922" fmla="*/ 0 h 3930092"/>
              <a:gd name="connsiteX29-923" fmla="*/ 2736000 w 2736000"/>
              <a:gd name="connsiteY29-924" fmla="*/ 144000 h 3930092"/>
              <a:gd name="connsiteX30-925" fmla="*/ 2592000 w 2736000"/>
              <a:gd name="connsiteY30-926" fmla="*/ 288000 h 3930092"/>
              <a:gd name="connsiteX31-927" fmla="*/ 2396702 w 2736000"/>
              <a:gd name="connsiteY31-928" fmla="*/ 288000 h 3930092"/>
              <a:gd name="connsiteX32-929" fmla="*/ 2396702 w 2736000"/>
              <a:gd name="connsiteY32-930" fmla="*/ 413234 h 3930092"/>
              <a:gd name="connsiteX33-931" fmla="*/ 1815389 w 2736000"/>
              <a:gd name="connsiteY33-932" fmla="*/ 1665324 h 3930092"/>
              <a:gd name="connsiteX34-933" fmla="*/ 1753098 w 2736000"/>
              <a:gd name="connsiteY34-934" fmla="*/ 1974987 h 3930092"/>
              <a:gd name="connsiteX35-935" fmla="*/ 1825752 w 2736000"/>
              <a:gd name="connsiteY35-936" fmla="*/ 2312143 h 3930092"/>
              <a:gd name="connsiteX36-937" fmla="*/ 2395980 w 2736000"/>
              <a:gd name="connsiteY36-938" fmla="*/ 3557007 h 3930092"/>
              <a:gd name="connsiteX37-939" fmla="*/ 2395980 w 2736000"/>
              <a:gd name="connsiteY37-940" fmla="*/ 3642092 h 3930092"/>
              <a:gd name="connsiteX38-941" fmla="*/ 2592000 w 2736000"/>
              <a:gd name="connsiteY38-942" fmla="*/ 3642092 h 3930092"/>
              <a:gd name="connsiteX39-943" fmla="*/ 2736000 w 2736000"/>
              <a:gd name="connsiteY39-944" fmla="*/ 3786092 h 3930092"/>
              <a:gd name="connsiteX40-945" fmla="*/ 2592000 w 2736000"/>
              <a:gd name="connsiteY40-946" fmla="*/ 3930092 h 3930092"/>
              <a:gd name="connsiteX41-947" fmla="*/ 144000 w 2736000"/>
              <a:gd name="connsiteY41-948" fmla="*/ 3930092 h 3930092"/>
              <a:gd name="connsiteX42-949" fmla="*/ 0 w 2736000"/>
              <a:gd name="connsiteY42-950" fmla="*/ 3786092 h 3930092"/>
              <a:gd name="connsiteX43-951" fmla="*/ 144000 w 2736000"/>
              <a:gd name="connsiteY43-952" fmla="*/ 3642092 h 3930092"/>
              <a:gd name="connsiteX44-953" fmla="*/ 338578 w 2736000"/>
              <a:gd name="connsiteY44-954" fmla="*/ 3642092 h 3930092"/>
              <a:gd name="connsiteX45-955" fmla="*/ 338578 w 2736000"/>
              <a:gd name="connsiteY45-956" fmla="*/ 3557007 h 3930092"/>
              <a:gd name="connsiteX46-957" fmla="*/ 951672 w 2736000"/>
              <a:gd name="connsiteY46-958" fmla="*/ 2284199 h 3930092"/>
              <a:gd name="connsiteX47-959" fmla="*/ 1012216 w 2736000"/>
              <a:gd name="connsiteY47-960" fmla="*/ 1995181 h 3930092"/>
              <a:gd name="connsiteX48-961" fmla="*/ 943195 w 2736000"/>
              <a:gd name="connsiteY48-962" fmla="*/ 1693402 h 3930092"/>
              <a:gd name="connsiteX49-963" fmla="*/ 339300 w 2736000"/>
              <a:gd name="connsiteY49-964" fmla="*/ 413234 h 3930092"/>
              <a:gd name="connsiteX50-965" fmla="*/ 339300 w 2736000"/>
              <a:gd name="connsiteY50-966" fmla="*/ 288000 h 3930092"/>
              <a:gd name="connsiteX51-967" fmla="*/ 144000 w 2736000"/>
              <a:gd name="connsiteY51-968" fmla="*/ 288000 h 3930092"/>
              <a:gd name="connsiteX52-969" fmla="*/ 0 w 2736000"/>
              <a:gd name="connsiteY52-970" fmla="*/ 144000 h 3930092"/>
              <a:gd name="connsiteX53-971" fmla="*/ 144000 w 2736000"/>
              <a:gd name="connsiteY53-972" fmla="*/ 0 h 3930092"/>
              <a:gd name="connsiteX0-973" fmla="*/ 1397963 w 2736000"/>
              <a:gd name="connsiteY0-974" fmla="*/ 2421112 h 3930092"/>
              <a:gd name="connsiteX1-975" fmla="*/ 1554231 w 2736000"/>
              <a:gd name="connsiteY1-976" fmla="*/ 2567486 h 3930092"/>
              <a:gd name="connsiteX2-977" fmla="*/ 2088000 w 2736000"/>
              <a:gd name="connsiteY2-978" fmla="*/ 3520946 h 3930092"/>
              <a:gd name="connsiteX3-979" fmla="*/ 648080 w 2736000"/>
              <a:gd name="connsiteY3-980" fmla="*/ 3506285 h 3930092"/>
              <a:gd name="connsiteX4-981" fmla="*/ 1182763 w 2736000"/>
              <a:gd name="connsiteY4-982" fmla="*/ 2571640 h 3930092"/>
              <a:gd name="connsiteX5-983" fmla="*/ 1397963 w 2736000"/>
              <a:gd name="connsiteY5-984" fmla="*/ 2421112 h 3930092"/>
              <a:gd name="connsiteX6-985" fmla="*/ 648003 w 2736000"/>
              <a:gd name="connsiteY6-986" fmla="*/ 793859 h 3930092"/>
              <a:gd name="connsiteX7-987" fmla="*/ 2087849 w 2736000"/>
              <a:gd name="connsiteY7-988" fmla="*/ 808518 h 3930092"/>
              <a:gd name="connsiteX8-989" fmla="*/ 1641214 w 2736000"/>
              <a:gd name="connsiteY8-990" fmla="*/ 1449982 h 3930092"/>
              <a:gd name="connsiteX9-991" fmla="*/ 1368003 w 2736000"/>
              <a:gd name="connsiteY9-992" fmla="*/ 1937706 h 3930092"/>
              <a:gd name="connsiteX10-993" fmla="*/ 1094068 w 2736000"/>
              <a:gd name="connsiteY10-994" fmla="*/ 1448735 h 3930092"/>
              <a:gd name="connsiteX11-995" fmla="*/ 648003 w 2736000"/>
              <a:gd name="connsiteY11-996" fmla="*/ 793859 h 3930092"/>
              <a:gd name="connsiteX12-997" fmla="*/ 516625 w 2736000"/>
              <a:gd name="connsiteY12-998" fmla="*/ 299874 h 3930092"/>
              <a:gd name="connsiteX13-999" fmla="*/ 516625 w 2736000"/>
              <a:gd name="connsiteY13-1000" fmla="*/ 449580 h 3930092"/>
              <a:gd name="connsiteX14-1001" fmla="*/ 1029987 w 2736000"/>
              <a:gd name="connsiteY14-1002" fmla="*/ 1557992 h 3930092"/>
              <a:gd name="connsiteX15-1003" fmla="*/ 1146996 w 2736000"/>
              <a:gd name="connsiteY15-1004" fmla="*/ 2057479 h 3930092"/>
              <a:gd name="connsiteX16-1005" fmla="*/ 1055065 w 2736000"/>
              <a:gd name="connsiteY16-1006" fmla="*/ 2431585 h 3930092"/>
              <a:gd name="connsiteX17-1007" fmla="*/ 539378 w 2736000"/>
              <a:gd name="connsiteY17-1008" fmla="*/ 3468615 h 3930092"/>
              <a:gd name="connsiteX18-1009" fmla="*/ 539378 w 2736000"/>
              <a:gd name="connsiteY18-1010" fmla="*/ 3604591 h 3930092"/>
              <a:gd name="connsiteX19-1011" fmla="*/ 2196077 w 2736000"/>
              <a:gd name="connsiteY19-1012" fmla="*/ 3604591 h 3930092"/>
              <a:gd name="connsiteX20-1013" fmla="*/ 2196077 w 2736000"/>
              <a:gd name="connsiteY20-1014" fmla="*/ 3468615 h 3930092"/>
              <a:gd name="connsiteX21-1015" fmla="*/ 1695313 w 2736000"/>
              <a:gd name="connsiteY21-1016" fmla="*/ 2440912 h 3930092"/>
              <a:gd name="connsiteX22-1017" fmla="*/ 1617547 w 2736000"/>
              <a:gd name="connsiteY22-1018" fmla="*/ 2049252 h 3930092"/>
              <a:gd name="connsiteX23-1019" fmla="*/ 1719395 w 2736000"/>
              <a:gd name="connsiteY23-1020" fmla="*/ 1540961 h 3930092"/>
              <a:gd name="connsiteX24-1021" fmla="*/ 2207952 w 2736000"/>
              <a:gd name="connsiteY24-1022" fmla="*/ 449580 h 3930092"/>
              <a:gd name="connsiteX25-1023" fmla="*/ 2207952 w 2736000"/>
              <a:gd name="connsiteY25-1024" fmla="*/ 299874 h 3930092"/>
              <a:gd name="connsiteX26-1025" fmla="*/ 516625 w 2736000"/>
              <a:gd name="connsiteY26-1026" fmla="*/ 299874 h 3930092"/>
              <a:gd name="connsiteX27-1027" fmla="*/ 144000 w 2736000"/>
              <a:gd name="connsiteY27-1028" fmla="*/ 0 h 3930092"/>
              <a:gd name="connsiteX28-1029" fmla="*/ 2592000 w 2736000"/>
              <a:gd name="connsiteY28-1030" fmla="*/ 0 h 3930092"/>
              <a:gd name="connsiteX29-1031" fmla="*/ 2736000 w 2736000"/>
              <a:gd name="connsiteY29-1032" fmla="*/ 144000 h 3930092"/>
              <a:gd name="connsiteX30-1033" fmla="*/ 2592000 w 2736000"/>
              <a:gd name="connsiteY30-1034" fmla="*/ 288000 h 3930092"/>
              <a:gd name="connsiteX31-1035" fmla="*/ 2396702 w 2736000"/>
              <a:gd name="connsiteY31-1036" fmla="*/ 288000 h 3930092"/>
              <a:gd name="connsiteX32-1037" fmla="*/ 2396702 w 2736000"/>
              <a:gd name="connsiteY32-1038" fmla="*/ 413234 h 3930092"/>
              <a:gd name="connsiteX33-1039" fmla="*/ 1815389 w 2736000"/>
              <a:gd name="connsiteY33-1040" fmla="*/ 1665324 h 3930092"/>
              <a:gd name="connsiteX34-1041" fmla="*/ 1753098 w 2736000"/>
              <a:gd name="connsiteY34-1042" fmla="*/ 1974987 h 3930092"/>
              <a:gd name="connsiteX35-1043" fmla="*/ 1825752 w 2736000"/>
              <a:gd name="connsiteY35-1044" fmla="*/ 2312143 h 3930092"/>
              <a:gd name="connsiteX36-1045" fmla="*/ 2395980 w 2736000"/>
              <a:gd name="connsiteY36-1046" fmla="*/ 3557007 h 3930092"/>
              <a:gd name="connsiteX37-1047" fmla="*/ 2395980 w 2736000"/>
              <a:gd name="connsiteY37-1048" fmla="*/ 3642092 h 3930092"/>
              <a:gd name="connsiteX38-1049" fmla="*/ 2592000 w 2736000"/>
              <a:gd name="connsiteY38-1050" fmla="*/ 3642092 h 3930092"/>
              <a:gd name="connsiteX39-1051" fmla="*/ 2736000 w 2736000"/>
              <a:gd name="connsiteY39-1052" fmla="*/ 3786092 h 3930092"/>
              <a:gd name="connsiteX40-1053" fmla="*/ 2592000 w 2736000"/>
              <a:gd name="connsiteY40-1054" fmla="*/ 3930092 h 3930092"/>
              <a:gd name="connsiteX41-1055" fmla="*/ 144000 w 2736000"/>
              <a:gd name="connsiteY41-1056" fmla="*/ 3930092 h 3930092"/>
              <a:gd name="connsiteX42-1057" fmla="*/ 0 w 2736000"/>
              <a:gd name="connsiteY42-1058" fmla="*/ 3786092 h 3930092"/>
              <a:gd name="connsiteX43-1059" fmla="*/ 144000 w 2736000"/>
              <a:gd name="connsiteY43-1060" fmla="*/ 3642092 h 3930092"/>
              <a:gd name="connsiteX44-1061" fmla="*/ 338578 w 2736000"/>
              <a:gd name="connsiteY44-1062" fmla="*/ 3642092 h 3930092"/>
              <a:gd name="connsiteX45-1063" fmla="*/ 338578 w 2736000"/>
              <a:gd name="connsiteY45-1064" fmla="*/ 3557007 h 3930092"/>
              <a:gd name="connsiteX46-1065" fmla="*/ 951672 w 2736000"/>
              <a:gd name="connsiteY46-1066" fmla="*/ 2284199 h 3930092"/>
              <a:gd name="connsiteX47-1067" fmla="*/ 1012216 w 2736000"/>
              <a:gd name="connsiteY47-1068" fmla="*/ 1995181 h 3930092"/>
              <a:gd name="connsiteX48-1069" fmla="*/ 943195 w 2736000"/>
              <a:gd name="connsiteY48-1070" fmla="*/ 1693402 h 3930092"/>
              <a:gd name="connsiteX49-1071" fmla="*/ 339300 w 2736000"/>
              <a:gd name="connsiteY49-1072" fmla="*/ 413234 h 3930092"/>
              <a:gd name="connsiteX50-1073" fmla="*/ 339300 w 2736000"/>
              <a:gd name="connsiteY50-1074" fmla="*/ 288000 h 3930092"/>
              <a:gd name="connsiteX51-1075" fmla="*/ 144000 w 2736000"/>
              <a:gd name="connsiteY51-1076" fmla="*/ 288000 h 3930092"/>
              <a:gd name="connsiteX52-1077" fmla="*/ 0 w 2736000"/>
              <a:gd name="connsiteY52-1078" fmla="*/ 144000 h 3930092"/>
              <a:gd name="connsiteX53-1079" fmla="*/ 144000 w 2736000"/>
              <a:gd name="connsiteY53-1080" fmla="*/ 0 h 3930092"/>
              <a:gd name="connsiteX0-1081" fmla="*/ 1397963 w 2736000"/>
              <a:gd name="connsiteY0-1082" fmla="*/ 2421112 h 3930092"/>
              <a:gd name="connsiteX1-1083" fmla="*/ 1554231 w 2736000"/>
              <a:gd name="connsiteY1-1084" fmla="*/ 2567486 h 3930092"/>
              <a:gd name="connsiteX2-1085" fmla="*/ 2088000 w 2736000"/>
              <a:gd name="connsiteY2-1086" fmla="*/ 3520946 h 3930092"/>
              <a:gd name="connsiteX3-1087" fmla="*/ 648080 w 2736000"/>
              <a:gd name="connsiteY3-1088" fmla="*/ 3506285 h 3930092"/>
              <a:gd name="connsiteX4-1089" fmla="*/ 1182763 w 2736000"/>
              <a:gd name="connsiteY4-1090" fmla="*/ 2571640 h 3930092"/>
              <a:gd name="connsiteX5-1091" fmla="*/ 1397963 w 2736000"/>
              <a:gd name="connsiteY5-1092" fmla="*/ 2421112 h 3930092"/>
              <a:gd name="connsiteX6-1093" fmla="*/ 648003 w 2736000"/>
              <a:gd name="connsiteY6-1094" fmla="*/ 793859 h 3930092"/>
              <a:gd name="connsiteX7-1095" fmla="*/ 2087849 w 2736000"/>
              <a:gd name="connsiteY7-1096" fmla="*/ 808518 h 3930092"/>
              <a:gd name="connsiteX8-1097" fmla="*/ 1641214 w 2736000"/>
              <a:gd name="connsiteY8-1098" fmla="*/ 1449982 h 3930092"/>
              <a:gd name="connsiteX9-1099" fmla="*/ 1368003 w 2736000"/>
              <a:gd name="connsiteY9-1100" fmla="*/ 1937706 h 3930092"/>
              <a:gd name="connsiteX10-1101" fmla="*/ 1094068 w 2736000"/>
              <a:gd name="connsiteY10-1102" fmla="*/ 1448735 h 3930092"/>
              <a:gd name="connsiteX11-1103" fmla="*/ 648003 w 2736000"/>
              <a:gd name="connsiteY11-1104" fmla="*/ 793859 h 3930092"/>
              <a:gd name="connsiteX12-1105" fmla="*/ 516625 w 2736000"/>
              <a:gd name="connsiteY12-1106" fmla="*/ 299874 h 3930092"/>
              <a:gd name="connsiteX13-1107" fmla="*/ 516625 w 2736000"/>
              <a:gd name="connsiteY13-1108" fmla="*/ 449580 h 3930092"/>
              <a:gd name="connsiteX14-1109" fmla="*/ 1029987 w 2736000"/>
              <a:gd name="connsiteY14-1110" fmla="*/ 1557992 h 3930092"/>
              <a:gd name="connsiteX15-1111" fmla="*/ 1146996 w 2736000"/>
              <a:gd name="connsiteY15-1112" fmla="*/ 2057479 h 3930092"/>
              <a:gd name="connsiteX16-1113" fmla="*/ 1055065 w 2736000"/>
              <a:gd name="connsiteY16-1114" fmla="*/ 2431585 h 3930092"/>
              <a:gd name="connsiteX17-1115" fmla="*/ 539378 w 2736000"/>
              <a:gd name="connsiteY17-1116" fmla="*/ 3468615 h 3930092"/>
              <a:gd name="connsiteX18-1117" fmla="*/ 539378 w 2736000"/>
              <a:gd name="connsiteY18-1118" fmla="*/ 3604591 h 3930092"/>
              <a:gd name="connsiteX19-1119" fmla="*/ 2196077 w 2736000"/>
              <a:gd name="connsiteY19-1120" fmla="*/ 3604591 h 3930092"/>
              <a:gd name="connsiteX20-1121" fmla="*/ 2196077 w 2736000"/>
              <a:gd name="connsiteY20-1122" fmla="*/ 3468615 h 3930092"/>
              <a:gd name="connsiteX21-1123" fmla="*/ 1695313 w 2736000"/>
              <a:gd name="connsiteY21-1124" fmla="*/ 2440912 h 3930092"/>
              <a:gd name="connsiteX22-1125" fmla="*/ 1617547 w 2736000"/>
              <a:gd name="connsiteY22-1126" fmla="*/ 2049252 h 3930092"/>
              <a:gd name="connsiteX23-1127" fmla="*/ 1719395 w 2736000"/>
              <a:gd name="connsiteY23-1128" fmla="*/ 1540961 h 3930092"/>
              <a:gd name="connsiteX24-1129" fmla="*/ 2207952 w 2736000"/>
              <a:gd name="connsiteY24-1130" fmla="*/ 449580 h 3930092"/>
              <a:gd name="connsiteX25-1131" fmla="*/ 2207952 w 2736000"/>
              <a:gd name="connsiteY25-1132" fmla="*/ 299874 h 3930092"/>
              <a:gd name="connsiteX26-1133" fmla="*/ 516625 w 2736000"/>
              <a:gd name="connsiteY26-1134" fmla="*/ 299874 h 3930092"/>
              <a:gd name="connsiteX27-1135" fmla="*/ 144000 w 2736000"/>
              <a:gd name="connsiteY27-1136" fmla="*/ 0 h 3930092"/>
              <a:gd name="connsiteX28-1137" fmla="*/ 2592000 w 2736000"/>
              <a:gd name="connsiteY28-1138" fmla="*/ 0 h 3930092"/>
              <a:gd name="connsiteX29-1139" fmla="*/ 2736000 w 2736000"/>
              <a:gd name="connsiteY29-1140" fmla="*/ 144000 h 3930092"/>
              <a:gd name="connsiteX30-1141" fmla="*/ 2592000 w 2736000"/>
              <a:gd name="connsiteY30-1142" fmla="*/ 288000 h 3930092"/>
              <a:gd name="connsiteX31-1143" fmla="*/ 2396702 w 2736000"/>
              <a:gd name="connsiteY31-1144" fmla="*/ 288000 h 3930092"/>
              <a:gd name="connsiteX32-1145" fmla="*/ 2396702 w 2736000"/>
              <a:gd name="connsiteY32-1146" fmla="*/ 413234 h 3930092"/>
              <a:gd name="connsiteX33-1147" fmla="*/ 1815389 w 2736000"/>
              <a:gd name="connsiteY33-1148" fmla="*/ 1665324 h 3930092"/>
              <a:gd name="connsiteX34-1149" fmla="*/ 1753098 w 2736000"/>
              <a:gd name="connsiteY34-1150" fmla="*/ 1974987 h 3930092"/>
              <a:gd name="connsiteX35-1151" fmla="*/ 1825752 w 2736000"/>
              <a:gd name="connsiteY35-1152" fmla="*/ 2312143 h 3930092"/>
              <a:gd name="connsiteX36-1153" fmla="*/ 2395980 w 2736000"/>
              <a:gd name="connsiteY36-1154" fmla="*/ 3557007 h 3930092"/>
              <a:gd name="connsiteX37-1155" fmla="*/ 2395980 w 2736000"/>
              <a:gd name="connsiteY37-1156" fmla="*/ 3642092 h 3930092"/>
              <a:gd name="connsiteX38-1157" fmla="*/ 2592000 w 2736000"/>
              <a:gd name="connsiteY38-1158" fmla="*/ 3642092 h 3930092"/>
              <a:gd name="connsiteX39-1159" fmla="*/ 2736000 w 2736000"/>
              <a:gd name="connsiteY39-1160" fmla="*/ 3786092 h 3930092"/>
              <a:gd name="connsiteX40-1161" fmla="*/ 2592000 w 2736000"/>
              <a:gd name="connsiteY40-1162" fmla="*/ 3930092 h 3930092"/>
              <a:gd name="connsiteX41-1163" fmla="*/ 144000 w 2736000"/>
              <a:gd name="connsiteY41-1164" fmla="*/ 3930092 h 3930092"/>
              <a:gd name="connsiteX42-1165" fmla="*/ 0 w 2736000"/>
              <a:gd name="connsiteY42-1166" fmla="*/ 3786092 h 3930092"/>
              <a:gd name="connsiteX43-1167" fmla="*/ 144000 w 2736000"/>
              <a:gd name="connsiteY43-1168" fmla="*/ 3642092 h 3930092"/>
              <a:gd name="connsiteX44-1169" fmla="*/ 338578 w 2736000"/>
              <a:gd name="connsiteY44-1170" fmla="*/ 3642092 h 3930092"/>
              <a:gd name="connsiteX45-1171" fmla="*/ 338578 w 2736000"/>
              <a:gd name="connsiteY45-1172" fmla="*/ 3557007 h 3930092"/>
              <a:gd name="connsiteX46-1173" fmla="*/ 951672 w 2736000"/>
              <a:gd name="connsiteY46-1174" fmla="*/ 2284199 h 3930092"/>
              <a:gd name="connsiteX47-1175" fmla="*/ 1012216 w 2736000"/>
              <a:gd name="connsiteY47-1176" fmla="*/ 1995181 h 3930092"/>
              <a:gd name="connsiteX48-1177" fmla="*/ 943195 w 2736000"/>
              <a:gd name="connsiteY48-1178" fmla="*/ 1693402 h 3930092"/>
              <a:gd name="connsiteX49-1179" fmla="*/ 339300 w 2736000"/>
              <a:gd name="connsiteY49-1180" fmla="*/ 413234 h 3930092"/>
              <a:gd name="connsiteX50-1181" fmla="*/ 339300 w 2736000"/>
              <a:gd name="connsiteY50-1182" fmla="*/ 288000 h 3930092"/>
              <a:gd name="connsiteX51-1183" fmla="*/ 144000 w 2736000"/>
              <a:gd name="connsiteY51-1184" fmla="*/ 288000 h 3930092"/>
              <a:gd name="connsiteX52-1185" fmla="*/ 0 w 2736000"/>
              <a:gd name="connsiteY52-1186" fmla="*/ 144000 h 3930092"/>
              <a:gd name="connsiteX53-1187" fmla="*/ 144000 w 2736000"/>
              <a:gd name="connsiteY53-1188" fmla="*/ 0 h 3930092"/>
              <a:gd name="connsiteX0-1189" fmla="*/ 1397963 w 2736000"/>
              <a:gd name="connsiteY0-1190" fmla="*/ 2421112 h 3930092"/>
              <a:gd name="connsiteX1-1191" fmla="*/ 1545026 w 2736000"/>
              <a:gd name="connsiteY1-1192" fmla="*/ 2558281 h 3930092"/>
              <a:gd name="connsiteX2-1193" fmla="*/ 2088000 w 2736000"/>
              <a:gd name="connsiteY2-1194" fmla="*/ 3520946 h 3930092"/>
              <a:gd name="connsiteX3-1195" fmla="*/ 648080 w 2736000"/>
              <a:gd name="connsiteY3-1196" fmla="*/ 3506285 h 3930092"/>
              <a:gd name="connsiteX4-1197" fmla="*/ 1182763 w 2736000"/>
              <a:gd name="connsiteY4-1198" fmla="*/ 2571640 h 3930092"/>
              <a:gd name="connsiteX5-1199" fmla="*/ 1397963 w 2736000"/>
              <a:gd name="connsiteY5-1200" fmla="*/ 2421112 h 3930092"/>
              <a:gd name="connsiteX6-1201" fmla="*/ 648003 w 2736000"/>
              <a:gd name="connsiteY6-1202" fmla="*/ 793859 h 3930092"/>
              <a:gd name="connsiteX7-1203" fmla="*/ 2087849 w 2736000"/>
              <a:gd name="connsiteY7-1204" fmla="*/ 808518 h 3930092"/>
              <a:gd name="connsiteX8-1205" fmla="*/ 1641214 w 2736000"/>
              <a:gd name="connsiteY8-1206" fmla="*/ 1449982 h 3930092"/>
              <a:gd name="connsiteX9-1207" fmla="*/ 1368003 w 2736000"/>
              <a:gd name="connsiteY9-1208" fmla="*/ 1937706 h 3930092"/>
              <a:gd name="connsiteX10-1209" fmla="*/ 1094068 w 2736000"/>
              <a:gd name="connsiteY10-1210" fmla="*/ 1448735 h 3930092"/>
              <a:gd name="connsiteX11-1211" fmla="*/ 648003 w 2736000"/>
              <a:gd name="connsiteY11-1212" fmla="*/ 793859 h 3930092"/>
              <a:gd name="connsiteX12-1213" fmla="*/ 516625 w 2736000"/>
              <a:gd name="connsiteY12-1214" fmla="*/ 299874 h 3930092"/>
              <a:gd name="connsiteX13-1215" fmla="*/ 516625 w 2736000"/>
              <a:gd name="connsiteY13-1216" fmla="*/ 449580 h 3930092"/>
              <a:gd name="connsiteX14-1217" fmla="*/ 1029987 w 2736000"/>
              <a:gd name="connsiteY14-1218" fmla="*/ 1557992 h 3930092"/>
              <a:gd name="connsiteX15-1219" fmla="*/ 1146996 w 2736000"/>
              <a:gd name="connsiteY15-1220" fmla="*/ 2057479 h 3930092"/>
              <a:gd name="connsiteX16-1221" fmla="*/ 1055065 w 2736000"/>
              <a:gd name="connsiteY16-1222" fmla="*/ 2431585 h 3930092"/>
              <a:gd name="connsiteX17-1223" fmla="*/ 539378 w 2736000"/>
              <a:gd name="connsiteY17-1224" fmla="*/ 3468615 h 3930092"/>
              <a:gd name="connsiteX18-1225" fmla="*/ 539378 w 2736000"/>
              <a:gd name="connsiteY18-1226" fmla="*/ 3604591 h 3930092"/>
              <a:gd name="connsiteX19-1227" fmla="*/ 2196077 w 2736000"/>
              <a:gd name="connsiteY19-1228" fmla="*/ 3604591 h 3930092"/>
              <a:gd name="connsiteX20-1229" fmla="*/ 2196077 w 2736000"/>
              <a:gd name="connsiteY20-1230" fmla="*/ 3468615 h 3930092"/>
              <a:gd name="connsiteX21-1231" fmla="*/ 1695313 w 2736000"/>
              <a:gd name="connsiteY21-1232" fmla="*/ 2440912 h 3930092"/>
              <a:gd name="connsiteX22-1233" fmla="*/ 1617547 w 2736000"/>
              <a:gd name="connsiteY22-1234" fmla="*/ 2049252 h 3930092"/>
              <a:gd name="connsiteX23-1235" fmla="*/ 1719395 w 2736000"/>
              <a:gd name="connsiteY23-1236" fmla="*/ 1540961 h 3930092"/>
              <a:gd name="connsiteX24-1237" fmla="*/ 2207952 w 2736000"/>
              <a:gd name="connsiteY24-1238" fmla="*/ 449580 h 3930092"/>
              <a:gd name="connsiteX25-1239" fmla="*/ 2207952 w 2736000"/>
              <a:gd name="connsiteY25-1240" fmla="*/ 299874 h 3930092"/>
              <a:gd name="connsiteX26-1241" fmla="*/ 516625 w 2736000"/>
              <a:gd name="connsiteY26-1242" fmla="*/ 299874 h 3930092"/>
              <a:gd name="connsiteX27-1243" fmla="*/ 144000 w 2736000"/>
              <a:gd name="connsiteY27-1244" fmla="*/ 0 h 3930092"/>
              <a:gd name="connsiteX28-1245" fmla="*/ 2592000 w 2736000"/>
              <a:gd name="connsiteY28-1246" fmla="*/ 0 h 3930092"/>
              <a:gd name="connsiteX29-1247" fmla="*/ 2736000 w 2736000"/>
              <a:gd name="connsiteY29-1248" fmla="*/ 144000 h 3930092"/>
              <a:gd name="connsiteX30-1249" fmla="*/ 2592000 w 2736000"/>
              <a:gd name="connsiteY30-1250" fmla="*/ 288000 h 3930092"/>
              <a:gd name="connsiteX31-1251" fmla="*/ 2396702 w 2736000"/>
              <a:gd name="connsiteY31-1252" fmla="*/ 288000 h 3930092"/>
              <a:gd name="connsiteX32-1253" fmla="*/ 2396702 w 2736000"/>
              <a:gd name="connsiteY32-1254" fmla="*/ 413234 h 3930092"/>
              <a:gd name="connsiteX33-1255" fmla="*/ 1815389 w 2736000"/>
              <a:gd name="connsiteY33-1256" fmla="*/ 1665324 h 3930092"/>
              <a:gd name="connsiteX34-1257" fmla="*/ 1753098 w 2736000"/>
              <a:gd name="connsiteY34-1258" fmla="*/ 1974987 h 3930092"/>
              <a:gd name="connsiteX35-1259" fmla="*/ 1825752 w 2736000"/>
              <a:gd name="connsiteY35-1260" fmla="*/ 2312143 h 3930092"/>
              <a:gd name="connsiteX36-1261" fmla="*/ 2395980 w 2736000"/>
              <a:gd name="connsiteY36-1262" fmla="*/ 3557007 h 3930092"/>
              <a:gd name="connsiteX37-1263" fmla="*/ 2395980 w 2736000"/>
              <a:gd name="connsiteY37-1264" fmla="*/ 3642092 h 3930092"/>
              <a:gd name="connsiteX38-1265" fmla="*/ 2592000 w 2736000"/>
              <a:gd name="connsiteY38-1266" fmla="*/ 3642092 h 3930092"/>
              <a:gd name="connsiteX39-1267" fmla="*/ 2736000 w 2736000"/>
              <a:gd name="connsiteY39-1268" fmla="*/ 3786092 h 3930092"/>
              <a:gd name="connsiteX40-1269" fmla="*/ 2592000 w 2736000"/>
              <a:gd name="connsiteY40-1270" fmla="*/ 3930092 h 3930092"/>
              <a:gd name="connsiteX41-1271" fmla="*/ 144000 w 2736000"/>
              <a:gd name="connsiteY41-1272" fmla="*/ 3930092 h 3930092"/>
              <a:gd name="connsiteX42-1273" fmla="*/ 0 w 2736000"/>
              <a:gd name="connsiteY42-1274" fmla="*/ 3786092 h 3930092"/>
              <a:gd name="connsiteX43-1275" fmla="*/ 144000 w 2736000"/>
              <a:gd name="connsiteY43-1276" fmla="*/ 3642092 h 3930092"/>
              <a:gd name="connsiteX44-1277" fmla="*/ 338578 w 2736000"/>
              <a:gd name="connsiteY44-1278" fmla="*/ 3642092 h 3930092"/>
              <a:gd name="connsiteX45-1279" fmla="*/ 338578 w 2736000"/>
              <a:gd name="connsiteY45-1280" fmla="*/ 3557007 h 3930092"/>
              <a:gd name="connsiteX46-1281" fmla="*/ 951672 w 2736000"/>
              <a:gd name="connsiteY46-1282" fmla="*/ 2284199 h 3930092"/>
              <a:gd name="connsiteX47-1283" fmla="*/ 1012216 w 2736000"/>
              <a:gd name="connsiteY47-1284" fmla="*/ 1995181 h 3930092"/>
              <a:gd name="connsiteX48-1285" fmla="*/ 943195 w 2736000"/>
              <a:gd name="connsiteY48-1286" fmla="*/ 1693402 h 3930092"/>
              <a:gd name="connsiteX49-1287" fmla="*/ 339300 w 2736000"/>
              <a:gd name="connsiteY49-1288" fmla="*/ 413234 h 3930092"/>
              <a:gd name="connsiteX50-1289" fmla="*/ 339300 w 2736000"/>
              <a:gd name="connsiteY50-1290" fmla="*/ 288000 h 3930092"/>
              <a:gd name="connsiteX51-1291" fmla="*/ 144000 w 2736000"/>
              <a:gd name="connsiteY51-1292" fmla="*/ 288000 h 3930092"/>
              <a:gd name="connsiteX52-1293" fmla="*/ 0 w 2736000"/>
              <a:gd name="connsiteY52-1294" fmla="*/ 144000 h 3930092"/>
              <a:gd name="connsiteX53-1295" fmla="*/ 144000 w 2736000"/>
              <a:gd name="connsiteY53-1296" fmla="*/ 0 h 3930092"/>
              <a:gd name="connsiteX0-1297" fmla="*/ 1397963 w 2736000"/>
              <a:gd name="connsiteY0-1298" fmla="*/ 2421112 h 3930092"/>
              <a:gd name="connsiteX1-1299" fmla="*/ 1545026 w 2736000"/>
              <a:gd name="connsiteY1-1300" fmla="*/ 2558281 h 3930092"/>
              <a:gd name="connsiteX2-1301" fmla="*/ 2088000 w 2736000"/>
              <a:gd name="connsiteY2-1302" fmla="*/ 3520946 h 3930092"/>
              <a:gd name="connsiteX3-1303" fmla="*/ 648080 w 2736000"/>
              <a:gd name="connsiteY3-1304" fmla="*/ 3506285 h 3930092"/>
              <a:gd name="connsiteX4-1305" fmla="*/ 1182763 w 2736000"/>
              <a:gd name="connsiteY4-1306" fmla="*/ 2571640 h 3930092"/>
              <a:gd name="connsiteX5-1307" fmla="*/ 1397963 w 2736000"/>
              <a:gd name="connsiteY5-1308" fmla="*/ 2421112 h 3930092"/>
              <a:gd name="connsiteX6-1309" fmla="*/ 648003 w 2736000"/>
              <a:gd name="connsiteY6-1310" fmla="*/ 793859 h 3930092"/>
              <a:gd name="connsiteX7-1311" fmla="*/ 2087849 w 2736000"/>
              <a:gd name="connsiteY7-1312" fmla="*/ 808518 h 3930092"/>
              <a:gd name="connsiteX8-1313" fmla="*/ 1641214 w 2736000"/>
              <a:gd name="connsiteY8-1314" fmla="*/ 1449982 h 3930092"/>
              <a:gd name="connsiteX9-1315" fmla="*/ 1368003 w 2736000"/>
              <a:gd name="connsiteY9-1316" fmla="*/ 1937706 h 3930092"/>
              <a:gd name="connsiteX10-1317" fmla="*/ 1094068 w 2736000"/>
              <a:gd name="connsiteY10-1318" fmla="*/ 1448735 h 3930092"/>
              <a:gd name="connsiteX11-1319" fmla="*/ 648003 w 2736000"/>
              <a:gd name="connsiteY11-1320" fmla="*/ 793859 h 3930092"/>
              <a:gd name="connsiteX12-1321" fmla="*/ 516625 w 2736000"/>
              <a:gd name="connsiteY12-1322" fmla="*/ 299874 h 3930092"/>
              <a:gd name="connsiteX13-1323" fmla="*/ 516625 w 2736000"/>
              <a:gd name="connsiteY13-1324" fmla="*/ 449580 h 3930092"/>
              <a:gd name="connsiteX14-1325" fmla="*/ 1029987 w 2736000"/>
              <a:gd name="connsiteY14-1326" fmla="*/ 1557992 h 3930092"/>
              <a:gd name="connsiteX15-1327" fmla="*/ 1146996 w 2736000"/>
              <a:gd name="connsiteY15-1328" fmla="*/ 2057479 h 3930092"/>
              <a:gd name="connsiteX16-1329" fmla="*/ 1055065 w 2736000"/>
              <a:gd name="connsiteY16-1330" fmla="*/ 2431585 h 3930092"/>
              <a:gd name="connsiteX17-1331" fmla="*/ 539378 w 2736000"/>
              <a:gd name="connsiteY17-1332" fmla="*/ 3468615 h 3930092"/>
              <a:gd name="connsiteX18-1333" fmla="*/ 539378 w 2736000"/>
              <a:gd name="connsiteY18-1334" fmla="*/ 3604591 h 3930092"/>
              <a:gd name="connsiteX19-1335" fmla="*/ 2196077 w 2736000"/>
              <a:gd name="connsiteY19-1336" fmla="*/ 3604591 h 3930092"/>
              <a:gd name="connsiteX20-1337" fmla="*/ 2196077 w 2736000"/>
              <a:gd name="connsiteY20-1338" fmla="*/ 3468615 h 3930092"/>
              <a:gd name="connsiteX21-1339" fmla="*/ 1695313 w 2736000"/>
              <a:gd name="connsiteY21-1340" fmla="*/ 2440912 h 3930092"/>
              <a:gd name="connsiteX22-1341" fmla="*/ 1617547 w 2736000"/>
              <a:gd name="connsiteY22-1342" fmla="*/ 2049252 h 3930092"/>
              <a:gd name="connsiteX23-1343" fmla="*/ 1719395 w 2736000"/>
              <a:gd name="connsiteY23-1344" fmla="*/ 1540961 h 3930092"/>
              <a:gd name="connsiteX24-1345" fmla="*/ 2207952 w 2736000"/>
              <a:gd name="connsiteY24-1346" fmla="*/ 449580 h 3930092"/>
              <a:gd name="connsiteX25-1347" fmla="*/ 2207952 w 2736000"/>
              <a:gd name="connsiteY25-1348" fmla="*/ 299874 h 3930092"/>
              <a:gd name="connsiteX26-1349" fmla="*/ 516625 w 2736000"/>
              <a:gd name="connsiteY26-1350" fmla="*/ 299874 h 3930092"/>
              <a:gd name="connsiteX27-1351" fmla="*/ 144000 w 2736000"/>
              <a:gd name="connsiteY27-1352" fmla="*/ 0 h 3930092"/>
              <a:gd name="connsiteX28-1353" fmla="*/ 2592000 w 2736000"/>
              <a:gd name="connsiteY28-1354" fmla="*/ 0 h 3930092"/>
              <a:gd name="connsiteX29-1355" fmla="*/ 2736000 w 2736000"/>
              <a:gd name="connsiteY29-1356" fmla="*/ 144000 h 3930092"/>
              <a:gd name="connsiteX30-1357" fmla="*/ 2592000 w 2736000"/>
              <a:gd name="connsiteY30-1358" fmla="*/ 288000 h 3930092"/>
              <a:gd name="connsiteX31-1359" fmla="*/ 2396702 w 2736000"/>
              <a:gd name="connsiteY31-1360" fmla="*/ 288000 h 3930092"/>
              <a:gd name="connsiteX32-1361" fmla="*/ 2396702 w 2736000"/>
              <a:gd name="connsiteY32-1362" fmla="*/ 413234 h 3930092"/>
              <a:gd name="connsiteX33-1363" fmla="*/ 1815389 w 2736000"/>
              <a:gd name="connsiteY33-1364" fmla="*/ 1665324 h 3930092"/>
              <a:gd name="connsiteX34-1365" fmla="*/ 1753098 w 2736000"/>
              <a:gd name="connsiteY34-1366" fmla="*/ 1974987 h 3930092"/>
              <a:gd name="connsiteX35-1367" fmla="*/ 1825752 w 2736000"/>
              <a:gd name="connsiteY35-1368" fmla="*/ 2312143 h 3930092"/>
              <a:gd name="connsiteX36-1369" fmla="*/ 2395980 w 2736000"/>
              <a:gd name="connsiteY36-1370" fmla="*/ 3557007 h 3930092"/>
              <a:gd name="connsiteX37-1371" fmla="*/ 2395980 w 2736000"/>
              <a:gd name="connsiteY37-1372" fmla="*/ 3642092 h 3930092"/>
              <a:gd name="connsiteX38-1373" fmla="*/ 2592000 w 2736000"/>
              <a:gd name="connsiteY38-1374" fmla="*/ 3642092 h 3930092"/>
              <a:gd name="connsiteX39-1375" fmla="*/ 2736000 w 2736000"/>
              <a:gd name="connsiteY39-1376" fmla="*/ 3786092 h 3930092"/>
              <a:gd name="connsiteX40-1377" fmla="*/ 2592000 w 2736000"/>
              <a:gd name="connsiteY40-1378" fmla="*/ 3930092 h 3930092"/>
              <a:gd name="connsiteX41-1379" fmla="*/ 144000 w 2736000"/>
              <a:gd name="connsiteY41-1380" fmla="*/ 3930092 h 3930092"/>
              <a:gd name="connsiteX42-1381" fmla="*/ 0 w 2736000"/>
              <a:gd name="connsiteY42-1382" fmla="*/ 3786092 h 3930092"/>
              <a:gd name="connsiteX43-1383" fmla="*/ 144000 w 2736000"/>
              <a:gd name="connsiteY43-1384" fmla="*/ 3642092 h 3930092"/>
              <a:gd name="connsiteX44-1385" fmla="*/ 338578 w 2736000"/>
              <a:gd name="connsiteY44-1386" fmla="*/ 3642092 h 3930092"/>
              <a:gd name="connsiteX45-1387" fmla="*/ 338578 w 2736000"/>
              <a:gd name="connsiteY45-1388" fmla="*/ 3557007 h 3930092"/>
              <a:gd name="connsiteX46-1389" fmla="*/ 951672 w 2736000"/>
              <a:gd name="connsiteY46-1390" fmla="*/ 2284199 h 3930092"/>
              <a:gd name="connsiteX47-1391" fmla="*/ 1012216 w 2736000"/>
              <a:gd name="connsiteY47-1392" fmla="*/ 1995181 h 3930092"/>
              <a:gd name="connsiteX48-1393" fmla="*/ 943195 w 2736000"/>
              <a:gd name="connsiteY48-1394" fmla="*/ 1693402 h 3930092"/>
              <a:gd name="connsiteX49-1395" fmla="*/ 339300 w 2736000"/>
              <a:gd name="connsiteY49-1396" fmla="*/ 413234 h 3930092"/>
              <a:gd name="connsiteX50-1397" fmla="*/ 339300 w 2736000"/>
              <a:gd name="connsiteY50-1398" fmla="*/ 288000 h 3930092"/>
              <a:gd name="connsiteX51-1399" fmla="*/ 144000 w 2736000"/>
              <a:gd name="connsiteY51-1400" fmla="*/ 288000 h 3930092"/>
              <a:gd name="connsiteX52-1401" fmla="*/ 0 w 2736000"/>
              <a:gd name="connsiteY52-1402" fmla="*/ 144000 h 3930092"/>
              <a:gd name="connsiteX53-1403" fmla="*/ 144000 w 2736000"/>
              <a:gd name="connsiteY53-1404" fmla="*/ 0 h 3930092"/>
              <a:gd name="connsiteX0-1405" fmla="*/ 1397963 w 2736000"/>
              <a:gd name="connsiteY0-1406" fmla="*/ 2421112 h 3930092"/>
              <a:gd name="connsiteX1-1407" fmla="*/ 1566505 w 2736000"/>
              <a:gd name="connsiteY1-1408" fmla="*/ 2573624 h 3930092"/>
              <a:gd name="connsiteX2-1409" fmla="*/ 2088000 w 2736000"/>
              <a:gd name="connsiteY2-1410" fmla="*/ 3520946 h 3930092"/>
              <a:gd name="connsiteX3-1411" fmla="*/ 648080 w 2736000"/>
              <a:gd name="connsiteY3-1412" fmla="*/ 3506285 h 3930092"/>
              <a:gd name="connsiteX4-1413" fmla="*/ 1182763 w 2736000"/>
              <a:gd name="connsiteY4-1414" fmla="*/ 2571640 h 3930092"/>
              <a:gd name="connsiteX5-1415" fmla="*/ 1397963 w 2736000"/>
              <a:gd name="connsiteY5-1416" fmla="*/ 2421112 h 3930092"/>
              <a:gd name="connsiteX6-1417" fmla="*/ 648003 w 2736000"/>
              <a:gd name="connsiteY6-1418" fmla="*/ 793859 h 3930092"/>
              <a:gd name="connsiteX7-1419" fmla="*/ 2087849 w 2736000"/>
              <a:gd name="connsiteY7-1420" fmla="*/ 808518 h 3930092"/>
              <a:gd name="connsiteX8-1421" fmla="*/ 1641214 w 2736000"/>
              <a:gd name="connsiteY8-1422" fmla="*/ 1449982 h 3930092"/>
              <a:gd name="connsiteX9-1423" fmla="*/ 1368003 w 2736000"/>
              <a:gd name="connsiteY9-1424" fmla="*/ 1937706 h 3930092"/>
              <a:gd name="connsiteX10-1425" fmla="*/ 1094068 w 2736000"/>
              <a:gd name="connsiteY10-1426" fmla="*/ 1448735 h 3930092"/>
              <a:gd name="connsiteX11-1427" fmla="*/ 648003 w 2736000"/>
              <a:gd name="connsiteY11-1428" fmla="*/ 793859 h 3930092"/>
              <a:gd name="connsiteX12-1429" fmla="*/ 516625 w 2736000"/>
              <a:gd name="connsiteY12-1430" fmla="*/ 299874 h 3930092"/>
              <a:gd name="connsiteX13-1431" fmla="*/ 516625 w 2736000"/>
              <a:gd name="connsiteY13-1432" fmla="*/ 449580 h 3930092"/>
              <a:gd name="connsiteX14-1433" fmla="*/ 1029987 w 2736000"/>
              <a:gd name="connsiteY14-1434" fmla="*/ 1557992 h 3930092"/>
              <a:gd name="connsiteX15-1435" fmla="*/ 1146996 w 2736000"/>
              <a:gd name="connsiteY15-1436" fmla="*/ 2057479 h 3930092"/>
              <a:gd name="connsiteX16-1437" fmla="*/ 1055065 w 2736000"/>
              <a:gd name="connsiteY16-1438" fmla="*/ 2431585 h 3930092"/>
              <a:gd name="connsiteX17-1439" fmla="*/ 539378 w 2736000"/>
              <a:gd name="connsiteY17-1440" fmla="*/ 3468615 h 3930092"/>
              <a:gd name="connsiteX18-1441" fmla="*/ 539378 w 2736000"/>
              <a:gd name="connsiteY18-1442" fmla="*/ 3604591 h 3930092"/>
              <a:gd name="connsiteX19-1443" fmla="*/ 2196077 w 2736000"/>
              <a:gd name="connsiteY19-1444" fmla="*/ 3604591 h 3930092"/>
              <a:gd name="connsiteX20-1445" fmla="*/ 2196077 w 2736000"/>
              <a:gd name="connsiteY20-1446" fmla="*/ 3468615 h 3930092"/>
              <a:gd name="connsiteX21-1447" fmla="*/ 1695313 w 2736000"/>
              <a:gd name="connsiteY21-1448" fmla="*/ 2440912 h 3930092"/>
              <a:gd name="connsiteX22-1449" fmla="*/ 1617547 w 2736000"/>
              <a:gd name="connsiteY22-1450" fmla="*/ 2049252 h 3930092"/>
              <a:gd name="connsiteX23-1451" fmla="*/ 1719395 w 2736000"/>
              <a:gd name="connsiteY23-1452" fmla="*/ 1540961 h 3930092"/>
              <a:gd name="connsiteX24-1453" fmla="*/ 2207952 w 2736000"/>
              <a:gd name="connsiteY24-1454" fmla="*/ 449580 h 3930092"/>
              <a:gd name="connsiteX25-1455" fmla="*/ 2207952 w 2736000"/>
              <a:gd name="connsiteY25-1456" fmla="*/ 299874 h 3930092"/>
              <a:gd name="connsiteX26-1457" fmla="*/ 516625 w 2736000"/>
              <a:gd name="connsiteY26-1458" fmla="*/ 299874 h 3930092"/>
              <a:gd name="connsiteX27-1459" fmla="*/ 144000 w 2736000"/>
              <a:gd name="connsiteY27-1460" fmla="*/ 0 h 3930092"/>
              <a:gd name="connsiteX28-1461" fmla="*/ 2592000 w 2736000"/>
              <a:gd name="connsiteY28-1462" fmla="*/ 0 h 3930092"/>
              <a:gd name="connsiteX29-1463" fmla="*/ 2736000 w 2736000"/>
              <a:gd name="connsiteY29-1464" fmla="*/ 144000 h 3930092"/>
              <a:gd name="connsiteX30-1465" fmla="*/ 2592000 w 2736000"/>
              <a:gd name="connsiteY30-1466" fmla="*/ 288000 h 3930092"/>
              <a:gd name="connsiteX31-1467" fmla="*/ 2396702 w 2736000"/>
              <a:gd name="connsiteY31-1468" fmla="*/ 288000 h 3930092"/>
              <a:gd name="connsiteX32-1469" fmla="*/ 2396702 w 2736000"/>
              <a:gd name="connsiteY32-1470" fmla="*/ 413234 h 3930092"/>
              <a:gd name="connsiteX33-1471" fmla="*/ 1815389 w 2736000"/>
              <a:gd name="connsiteY33-1472" fmla="*/ 1665324 h 3930092"/>
              <a:gd name="connsiteX34-1473" fmla="*/ 1753098 w 2736000"/>
              <a:gd name="connsiteY34-1474" fmla="*/ 1974987 h 3930092"/>
              <a:gd name="connsiteX35-1475" fmla="*/ 1825752 w 2736000"/>
              <a:gd name="connsiteY35-1476" fmla="*/ 2312143 h 3930092"/>
              <a:gd name="connsiteX36-1477" fmla="*/ 2395980 w 2736000"/>
              <a:gd name="connsiteY36-1478" fmla="*/ 3557007 h 3930092"/>
              <a:gd name="connsiteX37-1479" fmla="*/ 2395980 w 2736000"/>
              <a:gd name="connsiteY37-1480" fmla="*/ 3642092 h 3930092"/>
              <a:gd name="connsiteX38-1481" fmla="*/ 2592000 w 2736000"/>
              <a:gd name="connsiteY38-1482" fmla="*/ 3642092 h 3930092"/>
              <a:gd name="connsiteX39-1483" fmla="*/ 2736000 w 2736000"/>
              <a:gd name="connsiteY39-1484" fmla="*/ 3786092 h 3930092"/>
              <a:gd name="connsiteX40-1485" fmla="*/ 2592000 w 2736000"/>
              <a:gd name="connsiteY40-1486" fmla="*/ 3930092 h 3930092"/>
              <a:gd name="connsiteX41-1487" fmla="*/ 144000 w 2736000"/>
              <a:gd name="connsiteY41-1488" fmla="*/ 3930092 h 3930092"/>
              <a:gd name="connsiteX42-1489" fmla="*/ 0 w 2736000"/>
              <a:gd name="connsiteY42-1490" fmla="*/ 3786092 h 3930092"/>
              <a:gd name="connsiteX43-1491" fmla="*/ 144000 w 2736000"/>
              <a:gd name="connsiteY43-1492" fmla="*/ 3642092 h 3930092"/>
              <a:gd name="connsiteX44-1493" fmla="*/ 338578 w 2736000"/>
              <a:gd name="connsiteY44-1494" fmla="*/ 3642092 h 3930092"/>
              <a:gd name="connsiteX45-1495" fmla="*/ 338578 w 2736000"/>
              <a:gd name="connsiteY45-1496" fmla="*/ 3557007 h 3930092"/>
              <a:gd name="connsiteX46-1497" fmla="*/ 951672 w 2736000"/>
              <a:gd name="connsiteY46-1498" fmla="*/ 2284199 h 3930092"/>
              <a:gd name="connsiteX47-1499" fmla="*/ 1012216 w 2736000"/>
              <a:gd name="connsiteY47-1500" fmla="*/ 1995181 h 3930092"/>
              <a:gd name="connsiteX48-1501" fmla="*/ 943195 w 2736000"/>
              <a:gd name="connsiteY48-1502" fmla="*/ 1693402 h 3930092"/>
              <a:gd name="connsiteX49-1503" fmla="*/ 339300 w 2736000"/>
              <a:gd name="connsiteY49-1504" fmla="*/ 413234 h 3930092"/>
              <a:gd name="connsiteX50-1505" fmla="*/ 339300 w 2736000"/>
              <a:gd name="connsiteY50-1506" fmla="*/ 288000 h 3930092"/>
              <a:gd name="connsiteX51-1507" fmla="*/ 144000 w 2736000"/>
              <a:gd name="connsiteY51-1508" fmla="*/ 288000 h 3930092"/>
              <a:gd name="connsiteX52-1509" fmla="*/ 0 w 2736000"/>
              <a:gd name="connsiteY52-1510" fmla="*/ 144000 h 3930092"/>
              <a:gd name="connsiteX53-1511" fmla="*/ 144000 w 2736000"/>
              <a:gd name="connsiteY53-1512" fmla="*/ 0 h 3930092"/>
              <a:gd name="connsiteX0-1513" fmla="*/ 1397963 w 2736000"/>
              <a:gd name="connsiteY0-1514" fmla="*/ 2421112 h 3930092"/>
              <a:gd name="connsiteX1-1515" fmla="*/ 1566505 w 2736000"/>
              <a:gd name="connsiteY1-1516" fmla="*/ 2573624 h 3930092"/>
              <a:gd name="connsiteX2-1517" fmla="*/ 2088000 w 2736000"/>
              <a:gd name="connsiteY2-1518" fmla="*/ 3520946 h 3930092"/>
              <a:gd name="connsiteX3-1519" fmla="*/ 648080 w 2736000"/>
              <a:gd name="connsiteY3-1520" fmla="*/ 3506285 h 3930092"/>
              <a:gd name="connsiteX4-1521" fmla="*/ 1182763 w 2736000"/>
              <a:gd name="connsiteY4-1522" fmla="*/ 2571640 h 3930092"/>
              <a:gd name="connsiteX5-1523" fmla="*/ 1397963 w 2736000"/>
              <a:gd name="connsiteY5-1524" fmla="*/ 2421112 h 3930092"/>
              <a:gd name="connsiteX6-1525" fmla="*/ 648003 w 2736000"/>
              <a:gd name="connsiteY6-1526" fmla="*/ 793859 h 3930092"/>
              <a:gd name="connsiteX7-1527" fmla="*/ 2087849 w 2736000"/>
              <a:gd name="connsiteY7-1528" fmla="*/ 808518 h 3930092"/>
              <a:gd name="connsiteX8-1529" fmla="*/ 1641214 w 2736000"/>
              <a:gd name="connsiteY8-1530" fmla="*/ 1449982 h 3930092"/>
              <a:gd name="connsiteX9-1531" fmla="*/ 1368003 w 2736000"/>
              <a:gd name="connsiteY9-1532" fmla="*/ 1937706 h 3930092"/>
              <a:gd name="connsiteX10-1533" fmla="*/ 1094068 w 2736000"/>
              <a:gd name="connsiteY10-1534" fmla="*/ 1448735 h 3930092"/>
              <a:gd name="connsiteX11-1535" fmla="*/ 648003 w 2736000"/>
              <a:gd name="connsiteY11-1536" fmla="*/ 793859 h 3930092"/>
              <a:gd name="connsiteX12-1537" fmla="*/ 516625 w 2736000"/>
              <a:gd name="connsiteY12-1538" fmla="*/ 299874 h 3930092"/>
              <a:gd name="connsiteX13-1539" fmla="*/ 516625 w 2736000"/>
              <a:gd name="connsiteY13-1540" fmla="*/ 449580 h 3930092"/>
              <a:gd name="connsiteX14-1541" fmla="*/ 1029987 w 2736000"/>
              <a:gd name="connsiteY14-1542" fmla="*/ 1557992 h 3930092"/>
              <a:gd name="connsiteX15-1543" fmla="*/ 1146996 w 2736000"/>
              <a:gd name="connsiteY15-1544" fmla="*/ 2057479 h 3930092"/>
              <a:gd name="connsiteX16-1545" fmla="*/ 1055065 w 2736000"/>
              <a:gd name="connsiteY16-1546" fmla="*/ 2431585 h 3930092"/>
              <a:gd name="connsiteX17-1547" fmla="*/ 539378 w 2736000"/>
              <a:gd name="connsiteY17-1548" fmla="*/ 3468615 h 3930092"/>
              <a:gd name="connsiteX18-1549" fmla="*/ 539378 w 2736000"/>
              <a:gd name="connsiteY18-1550" fmla="*/ 3604591 h 3930092"/>
              <a:gd name="connsiteX19-1551" fmla="*/ 2196077 w 2736000"/>
              <a:gd name="connsiteY19-1552" fmla="*/ 3604591 h 3930092"/>
              <a:gd name="connsiteX20-1553" fmla="*/ 2196077 w 2736000"/>
              <a:gd name="connsiteY20-1554" fmla="*/ 3468615 h 3930092"/>
              <a:gd name="connsiteX21-1555" fmla="*/ 1695313 w 2736000"/>
              <a:gd name="connsiteY21-1556" fmla="*/ 2440912 h 3930092"/>
              <a:gd name="connsiteX22-1557" fmla="*/ 1617547 w 2736000"/>
              <a:gd name="connsiteY22-1558" fmla="*/ 2049252 h 3930092"/>
              <a:gd name="connsiteX23-1559" fmla="*/ 1719395 w 2736000"/>
              <a:gd name="connsiteY23-1560" fmla="*/ 1540961 h 3930092"/>
              <a:gd name="connsiteX24-1561" fmla="*/ 2207952 w 2736000"/>
              <a:gd name="connsiteY24-1562" fmla="*/ 449580 h 3930092"/>
              <a:gd name="connsiteX25-1563" fmla="*/ 2207952 w 2736000"/>
              <a:gd name="connsiteY25-1564" fmla="*/ 299874 h 3930092"/>
              <a:gd name="connsiteX26-1565" fmla="*/ 516625 w 2736000"/>
              <a:gd name="connsiteY26-1566" fmla="*/ 299874 h 3930092"/>
              <a:gd name="connsiteX27-1567" fmla="*/ 144000 w 2736000"/>
              <a:gd name="connsiteY27-1568" fmla="*/ 0 h 3930092"/>
              <a:gd name="connsiteX28-1569" fmla="*/ 2592000 w 2736000"/>
              <a:gd name="connsiteY28-1570" fmla="*/ 0 h 3930092"/>
              <a:gd name="connsiteX29-1571" fmla="*/ 2736000 w 2736000"/>
              <a:gd name="connsiteY29-1572" fmla="*/ 144000 h 3930092"/>
              <a:gd name="connsiteX30-1573" fmla="*/ 2592000 w 2736000"/>
              <a:gd name="connsiteY30-1574" fmla="*/ 288000 h 3930092"/>
              <a:gd name="connsiteX31-1575" fmla="*/ 2396702 w 2736000"/>
              <a:gd name="connsiteY31-1576" fmla="*/ 288000 h 3930092"/>
              <a:gd name="connsiteX32-1577" fmla="*/ 2396702 w 2736000"/>
              <a:gd name="connsiteY32-1578" fmla="*/ 413234 h 3930092"/>
              <a:gd name="connsiteX33-1579" fmla="*/ 1815389 w 2736000"/>
              <a:gd name="connsiteY33-1580" fmla="*/ 1665324 h 3930092"/>
              <a:gd name="connsiteX34-1581" fmla="*/ 1753098 w 2736000"/>
              <a:gd name="connsiteY34-1582" fmla="*/ 1974987 h 3930092"/>
              <a:gd name="connsiteX35-1583" fmla="*/ 1825752 w 2736000"/>
              <a:gd name="connsiteY35-1584" fmla="*/ 2312143 h 3930092"/>
              <a:gd name="connsiteX36-1585" fmla="*/ 2395980 w 2736000"/>
              <a:gd name="connsiteY36-1586" fmla="*/ 3557007 h 3930092"/>
              <a:gd name="connsiteX37-1587" fmla="*/ 2395980 w 2736000"/>
              <a:gd name="connsiteY37-1588" fmla="*/ 3642092 h 3930092"/>
              <a:gd name="connsiteX38-1589" fmla="*/ 2592000 w 2736000"/>
              <a:gd name="connsiteY38-1590" fmla="*/ 3642092 h 3930092"/>
              <a:gd name="connsiteX39-1591" fmla="*/ 2736000 w 2736000"/>
              <a:gd name="connsiteY39-1592" fmla="*/ 3786092 h 3930092"/>
              <a:gd name="connsiteX40-1593" fmla="*/ 2592000 w 2736000"/>
              <a:gd name="connsiteY40-1594" fmla="*/ 3930092 h 3930092"/>
              <a:gd name="connsiteX41-1595" fmla="*/ 144000 w 2736000"/>
              <a:gd name="connsiteY41-1596" fmla="*/ 3930092 h 3930092"/>
              <a:gd name="connsiteX42-1597" fmla="*/ 0 w 2736000"/>
              <a:gd name="connsiteY42-1598" fmla="*/ 3786092 h 3930092"/>
              <a:gd name="connsiteX43-1599" fmla="*/ 144000 w 2736000"/>
              <a:gd name="connsiteY43-1600" fmla="*/ 3642092 h 3930092"/>
              <a:gd name="connsiteX44-1601" fmla="*/ 338578 w 2736000"/>
              <a:gd name="connsiteY44-1602" fmla="*/ 3642092 h 3930092"/>
              <a:gd name="connsiteX45-1603" fmla="*/ 338578 w 2736000"/>
              <a:gd name="connsiteY45-1604" fmla="*/ 3557007 h 3930092"/>
              <a:gd name="connsiteX46-1605" fmla="*/ 951672 w 2736000"/>
              <a:gd name="connsiteY46-1606" fmla="*/ 2284199 h 3930092"/>
              <a:gd name="connsiteX47-1607" fmla="*/ 1012216 w 2736000"/>
              <a:gd name="connsiteY47-1608" fmla="*/ 1995181 h 3930092"/>
              <a:gd name="connsiteX48-1609" fmla="*/ 943195 w 2736000"/>
              <a:gd name="connsiteY48-1610" fmla="*/ 1693402 h 3930092"/>
              <a:gd name="connsiteX49-1611" fmla="*/ 339300 w 2736000"/>
              <a:gd name="connsiteY49-1612" fmla="*/ 413234 h 3930092"/>
              <a:gd name="connsiteX50-1613" fmla="*/ 339300 w 2736000"/>
              <a:gd name="connsiteY50-1614" fmla="*/ 288000 h 3930092"/>
              <a:gd name="connsiteX51-1615" fmla="*/ 144000 w 2736000"/>
              <a:gd name="connsiteY51-1616" fmla="*/ 288000 h 3930092"/>
              <a:gd name="connsiteX52-1617" fmla="*/ 0 w 2736000"/>
              <a:gd name="connsiteY52-1618" fmla="*/ 144000 h 3930092"/>
              <a:gd name="connsiteX53-1619" fmla="*/ 144000 w 2736000"/>
              <a:gd name="connsiteY53-1620" fmla="*/ 0 h 3930092"/>
              <a:gd name="connsiteX0-1621" fmla="*/ 1397963 w 2736000"/>
              <a:gd name="connsiteY0-1622" fmla="*/ 2421112 h 3930092"/>
              <a:gd name="connsiteX1-1623" fmla="*/ 1578778 w 2736000"/>
              <a:gd name="connsiteY1-1624" fmla="*/ 2576692 h 3930092"/>
              <a:gd name="connsiteX2-1625" fmla="*/ 2088000 w 2736000"/>
              <a:gd name="connsiteY2-1626" fmla="*/ 3520946 h 3930092"/>
              <a:gd name="connsiteX3-1627" fmla="*/ 648080 w 2736000"/>
              <a:gd name="connsiteY3-1628" fmla="*/ 3506285 h 3930092"/>
              <a:gd name="connsiteX4-1629" fmla="*/ 1182763 w 2736000"/>
              <a:gd name="connsiteY4-1630" fmla="*/ 2571640 h 3930092"/>
              <a:gd name="connsiteX5-1631" fmla="*/ 1397963 w 2736000"/>
              <a:gd name="connsiteY5-1632" fmla="*/ 2421112 h 3930092"/>
              <a:gd name="connsiteX6-1633" fmla="*/ 648003 w 2736000"/>
              <a:gd name="connsiteY6-1634" fmla="*/ 793859 h 3930092"/>
              <a:gd name="connsiteX7-1635" fmla="*/ 2087849 w 2736000"/>
              <a:gd name="connsiteY7-1636" fmla="*/ 808518 h 3930092"/>
              <a:gd name="connsiteX8-1637" fmla="*/ 1641214 w 2736000"/>
              <a:gd name="connsiteY8-1638" fmla="*/ 1449982 h 3930092"/>
              <a:gd name="connsiteX9-1639" fmla="*/ 1368003 w 2736000"/>
              <a:gd name="connsiteY9-1640" fmla="*/ 1937706 h 3930092"/>
              <a:gd name="connsiteX10-1641" fmla="*/ 1094068 w 2736000"/>
              <a:gd name="connsiteY10-1642" fmla="*/ 1448735 h 3930092"/>
              <a:gd name="connsiteX11-1643" fmla="*/ 648003 w 2736000"/>
              <a:gd name="connsiteY11-1644" fmla="*/ 793859 h 3930092"/>
              <a:gd name="connsiteX12-1645" fmla="*/ 516625 w 2736000"/>
              <a:gd name="connsiteY12-1646" fmla="*/ 299874 h 3930092"/>
              <a:gd name="connsiteX13-1647" fmla="*/ 516625 w 2736000"/>
              <a:gd name="connsiteY13-1648" fmla="*/ 449580 h 3930092"/>
              <a:gd name="connsiteX14-1649" fmla="*/ 1029987 w 2736000"/>
              <a:gd name="connsiteY14-1650" fmla="*/ 1557992 h 3930092"/>
              <a:gd name="connsiteX15-1651" fmla="*/ 1146996 w 2736000"/>
              <a:gd name="connsiteY15-1652" fmla="*/ 2057479 h 3930092"/>
              <a:gd name="connsiteX16-1653" fmla="*/ 1055065 w 2736000"/>
              <a:gd name="connsiteY16-1654" fmla="*/ 2431585 h 3930092"/>
              <a:gd name="connsiteX17-1655" fmla="*/ 539378 w 2736000"/>
              <a:gd name="connsiteY17-1656" fmla="*/ 3468615 h 3930092"/>
              <a:gd name="connsiteX18-1657" fmla="*/ 539378 w 2736000"/>
              <a:gd name="connsiteY18-1658" fmla="*/ 3604591 h 3930092"/>
              <a:gd name="connsiteX19-1659" fmla="*/ 2196077 w 2736000"/>
              <a:gd name="connsiteY19-1660" fmla="*/ 3604591 h 3930092"/>
              <a:gd name="connsiteX20-1661" fmla="*/ 2196077 w 2736000"/>
              <a:gd name="connsiteY20-1662" fmla="*/ 3468615 h 3930092"/>
              <a:gd name="connsiteX21-1663" fmla="*/ 1695313 w 2736000"/>
              <a:gd name="connsiteY21-1664" fmla="*/ 2440912 h 3930092"/>
              <a:gd name="connsiteX22-1665" fmla="*/ 1617547 w 2736000"/>
              <a:gd name="connsiteY22-1666" fmla="*/ 2049252 h 3930092"/>
              <a:gd name="connsiteX23-1667" fmla="*/ 1719395 w 2736000"/>
              <a:gd name="connsiteY23-1668" fmla="*/ 1540961 h 3930092"/>
              <a:gd name="connsiteX24-1669" fmla="*/ 2207952 w 2736000"/>
              <a:gd name="connsiteY24-1670" fmla="*/ 449580 h 3930092"/>
              <a:gd name="connsiteX25-1671" fmla="*/ 2207952 w 2736000"/>
              <a:gd name="connsiteY25-1672" fmla="*/ 299874 h 3930092"/>
              <a:gd name="connsiteX26-1673" fmla="*/ 516625 w 2736000"/>
              <a:gd name="connsiteY26-1674" fmla="*/ 299874 h 3930092"/>
              <a:gd name="connsiteX27-1675" fmla="*/ 144000 w 2736000"/>
              <a:gd name="connsiteY27-1676" fmla="*/ 0 h 3930092"/>
              <a:gd name="connsiteX28-1677" fmla="*/ 2592000 w 2736000"/>
              <a:gd name="connsiteY28-1678" fmla="*/ 0 h 3930092"/>
              <a:gd name="connsiteX29-1679" fmla="*/ 2736000 w 2736000"/>
              <a:gd name="connsiteY29-1680" fmla="*/ 144000 h 3930092"/>
              <a:gd name="connsiteX30-1681" fmla="*/ 2592000 w 2736000"/>
              <a:gd name="connsiteY30-1682" fmla="*/ 288000 h 3930092"/>
              <a:gd name="connsiteX31-1683" fmla="*/ 2396702 w 2736000"/>
              <a:gd name="connsiteY31-1684" fmla="*/ 288000 h 3930092"/>
              <a:gd name="connsiteX32-1685" fmla="*/ 2396702 w 2736000"/>
              <a:gd name="connsiteY32-1686" fmla="*/ 413234 h 3930092"/>
              <a:gd name="connsiteX33-1687" fmla="*/ 1815389 w 2736000"/>
              <a:gd name="connsiteY33-1688" fmla="*/ 1665324 h 3930092"/>
              <a:gd name="connsiteX34-1689" fmla="*/ 1753098 w 2736000"/>
              <a:gd name="connsiteY34-1690" fmla="*/ 1974987 h 3930092"/>
              <a:gd name="connsiteX35-1691" fmla="*/ 1825752 w 2736000"/>
              <a:gd name="connsiteY35-1692" fmla="*/ 2312143 h 3930092"/>
              <a:gd name="connsiteX36-1693" fmla="*/ 2395980 w 2736000"/>
              <a:gd name="connsiteY36-1694" fmla="*/ 3557007 h 3930092"/>
              <a:gd name="connsiteX37-1695" fmla="*/ 2395980 w 2736000"/>
              <a:gd name="connsiteY37-1696" fmla="*/ 3642092 h 3930092"/>
              <a:gd name="connsiteX38-1697" fmla="*/ 2592000 w 2736000"/>
              <a:gd name="connsiteY38-1698" fmla="*/ 3642092 h 3930092"/>
              <a:gd name="connsiteX39-1699" fmla="*/ 2736000 w 2736000"/>
              <a:gd name="connsiteY39-1700" fmla="*/ 3786092 h 3930092"/>
              <a:gd name="connsiteX40-1701" fmla="*/ 2592000 w 2736000"/>
              <a:gd name="connsiteY40-1702" fmla="*/ 3930092 h 3930092"/>
              <a:gd name="connsiteX41-1703" fmla="*/ 144000 w 2736000"/>
              <a:gd name="connsiteY41-1704" fmla="*/ 3930092 h 3930092"/>
              <a:gd name="connsiteX42-1705" fmla="*/ 0 w 2736000"/>
              <a:gd name="connsiteY42-1706" fmla="*/ 3786092 h 3930092"/>
              <a:gd name="connsiteX43-1707" fmla="*/ 144000 w 2736000"/>
              <a:gd name="connsiteY43-1708" fmla="*/ 3642092 h 3930092"/>
              <a:gd name="connsiteX44-1709" fmla="*/ 338578 w 2736000"/>
              <a:gd name="connsiteY44-1710" fmla="*/ 3642092 h 3930092"/>
              <a:gd name="connsiteX45-1711" fmla="*/ 338578 w 2736000"/>
              <a:gd name="connsiteY45-1712" fmla="*/ 3557007 h 3930092"/>
              <a:gd name="connsiteX46-1713" fmla="*/ 951672 w 2736000"/>
              <a:gd name="connsiteY46-1714" fmla="*/ 2284199 h 3930092"/>
              <a:gd name="connsiteX47-1715" fmla="*/ 1012216 w 2736000"/>
              <a:gd name="connsiteY47-1716" fmla="*/ 1995181 h 3930092"/>
              <a:gd name="connsiteX48-1717" fmla="*/ 943195 w 2736000"/>
              <a:gd name="connsiteY48-1718" fmla="*/ 1693402 h 3930092"/>
              <a:gd name="connsiteX49-1719" fmla="*/ 339300 w 2736000"/>
              <a:gd name="connsiteY49-1720" fmla="*/ 413234 h 3930092"/>
              <a:gd name="connsiteX50-1721" fmla="*/ 339300 w 2736000"/>
              <a:gd name="connsiteY50-1722" fmla="*/ 288000 h 3930092"/>
              <a:gd name="connsiteX51-1723" fmla="*/ 144000 w 2736000"/>
              <a:gd name="connsiteY51-1724" fmla="*/ 288000 h 3930092"/>
              <a:gd name="connsiteX52-1725" fmla="*/ 0 w 2736000"/>
              <a:gd name="connsiteY52-1726" fmla="*/ 144000 h 3930092"/>
              <a:gd name="connsiteX53-1727" fmla="*/ 144000 w 2736000"/>
              <a:gd name="connsiteY53-1728" fmla="*/ 0 h 3930092"/>
              <a:gd name="connsiteX0-1729" fmla="*/ 1397963 w 2736000"/>
              <a:gd name="connsiteY0-1730" fmla="*/ 2421112 h 3930092"/>
              <a:gd name="connsiteX1-1731" fmla="*/ 1578778 w 2736000"/>
              <a:gd name="connsiteY1-1732" fmla="*/ 2576692 h 3930092"/>
              <a:gd name="connsiteX2-1733" fmla="*/ 2088000 w 2736000"/>
              <a:gd name="connsiteY2-1734" fmla="*/ 3520946 h 3930092"/>
              <a:gd name="connsiteX3-1735" fmla="*/ 648080 w 2736000"/>
              <a:gd name="connsiteY3-1736" fmla="*/ 3506285 h 3930092"/>
              <a:gd name="connsiteX4-1737" fmla="*/ 1182763 w 2736000"/>
              <a:gd name="connsiteY4-1738" fmla="*/ 2571640 h 3930092"/>
              <a:gd name="connsiteX5-1739" fmla="*/ 1397963 w 2736000"/>
              <a:gd name="connsiteY5-1740" fmla="*/ 2421112 h 3930092"/>
              <a:gd name="connsiteX6-1741" fmla="*/ 648003 w 2736000"/>
              <a:gd name="connsiteY6-1742" fmla="*/ 793859 h 3930092"/>
              <a:gd name="connsiteX7-1743" fmla="*/ 2087849 w 2736000"/>
              <a:gd name="connsiteY7-1744" fmla="*/ 808518 h 3930092"/>
              <a:gd name="connsiteX8-1745" fmla="*/ 1641214 w 2736000"/>
              <a:gd name="connsiteY8-1746" fmla="*/ 1449982 h 3930092"/>
              <a:gd name="connsiteX9-1747" fmla="*/ 1368003 w 2736000"/>
              <a:gd name="connsiteY9-1748" fmla="*/ 1937706 h 3930092"/>
              <a:gd name="connsiteX10-1749" fmla="*/ 1094068 w 2736000"/>
              <a:gd name="connsiteY10-1750" fmla="*/ 1448735 h 3930092"/>
              <a:gd name="connsiteX11-1751" fmla="*/ 648003 w 2736000"/>
              <a:gd name="connsiteY11-1752" fmla="*/ 793859 h 3930092"/>
              <a:gd name="connsiteX12-1753" fmla="*/ 516625 w 2736000"/>
              <a:gd name="connsiteY12-1754" fmla="*/ 299874 h 3930092"/>
              <a:gd name="connsiteX13-1755" fmla="*/ 516625 w 2736000"/>
              <a:gd name="connsiteY13-1756" fmla="*/ 449580 h 3930092"/>
              <a:gd name="connsiteX14-1757" fmla="*/ 1029987 w 2736000"/>
              <a:gd name="connsiteY14-1758" fmla="*/ 1557992 h 3930092"/>
              <a:gd name="connsiteX15-1759" fmla="*/ 1146996 w 2736000"/>
              <a:gd name="connsiteY15-1760" fmla="*/ 2057479 h 3930092"/>
              <a:gd name="connsiteX16-1761" fmla="*/ 1055065 w 2736000"/>
              <a:gd name="connsiteY16-1762" fmla="*/ 2431585 h 3930092"/>
              <a:gd name="connsiteX17-1763" fmla="*/ 539378 w 2736000"/>
              <a:gd name="connsiteY17-1764" fmla="*/ 3468615 h 3930092"/>
              <a:gd name="connsiteX18-1765" fmla="*/ 539378 w 2736000"/>
              <a:gd name="connsiteY18-1766" fmla="*/ 3604591 h 3930092"/>
              <a:gd name="connsiteX19-1767" fmla="*/ 2196077 w 2736000"/>
              <a:gd name="connsiteY19-1768" fmla="*/ 3604591 h 3930092"/>
              <a:gd name="connsiteX20-1769" fmla="*/ 2196077 w 2736000"/>
              <a:gd name="connsiteY20-1770" fmla="*/ 3468615 h 3930092"/>
              <a:gd name="connsiteX21-1771" fmla="*/ 1695313 w 2736000"/>
              <a:gd name="connsiteY21-1772" fmla="*/ 2440912 h 3930092"/>
              <a:gd name="connsiteX22-1773" fmla="*/ 1617547 w 2736000"/>
              <a:gd name="connsiteY22-1774" fmla="*/ 2049252 h 3930092"/>
              <a:gd name="connsiteX23-1775" fmla="*/ 1719395 w 2736000"/>
              <a:gd name="connsiteY23-1776" fmla="*/ 1540961 h 3930092"/>
              <a:gd name="connsiteX24-1777" fmla="*/ 2207952 w 2736000"/>
              <a:gd name="connsiteY24-1778" fmla="*/ 449580 h 3930092"/>
              <a:gd name="connsiteX25-1779" fmla="*/ 2207952 w 2736000"/>
              <a:gd name="connsiteY25-1780" fmla="*/ 299874 h 3930092"/>
              <a:gd name="connsiteX26-1781" fmla="*/ 516625 w 2736000"/>
              <a:gd name="connsiteY26-1782" fmla="*/ 299874 h 3930092"/>
              <a:gd name="connsiteX27-1783" fmla="*/ 144000 w 2736000"/>
              <a:gd name="connsiteY27-1784" fmla="*/ 0 h 3930092"/>
              <a:gd name="connsiteX28-1785" fmla="*/ 2592000 w 2736000"/>
              <a:gd name="connsiteY28-1786" fmla="*/ 0 h 3930092"/>
              <a:gd name="connsiteX29-1787" fmla="*/ 2736000 w 2736000"/>
              <a:gd name="connsiteY29-1788" fmla="*/ 144000 h 3930092"/>
              <a:gd name="connsiteX30-1789" fmla="*/ 2592000 w 2736000"/>
              <a:gd name="connsiteY30-1790" fmla="*/ 288000 h 3930092"/>
              <a:gd name="connsiteX31-1791" fmla="*/ 2396702 w 2736000"/>
              <a:gd name="connsiteY31-1792" fmla="*/ 288000 h 3930092"/>
              <a:gd name="connsiteX32-1793" fmla="*/ 2396702 w 2736000"/>
              <a:gd name="connsiteY32-1794" fmla="*/ 413234 h 3930092"/>
              <a:gd name="connsiteX33-1795" fmla="*/ 1815389 w 2736000"/>
              <a:gd name="connsiteY33-1796" fmla="*/ 1665324 h 3930092"/>
              <a:gd name="connsiteX34-1797" fmla="*/ 1753098 w 2736000"/>
              <a:gd name="connsiteY34-1798" fmla="*/ 1974987 h 3930092"/>
              <a:gd name="connsiteX35-1799" fmla="*/ 1825752 w 2736000"/>
              <a:gd name="connsiteY35-1800" fmla="*/ 2312143 h 3930092"/>
              <a:gd name="connsiteX36-1801" fmla="*/ 2395980 w 2736000"/>
              <a:gd name="connsiteY36-1802" fmla="*/ 3557007 h 3930092"/>
              <a:gd name="connsiteX37-1803" fmla="*/ 2395980 w 2736000"/>
              <a:gd name="connsiteY37-1804" fmla="*/ 3642092 h 3930092"/>
              <a:gd name="connsiteX38-1805" fmla="*/ 2592000 w 2736000"/>
              <a:gd name="connsiteY38-1806" fmla="*/ 3642092 h 3930092"/>
              <a:gd name="connsiteX39-1807" fmla="*/ 2736000 w 2736000"/>
              <a:gd name="connsiteY39-1808" fmla="*/ 3786092 h 3930092"/>
              <a:gd name="connsiteX40-1809" fmla="*/ 2592000 w 2736000"/>
              <a:gd name="connsiteY40-1810" fmla="*/ 3930092 h 3930092"/>
              <a:gd name="connsiteX41-1811" fmla="*/ 144000 w 2736000"/>
              <a:gd name="connsiteY41-1812" fmla="*/ 3930092 h 3930092"/>
              <a:gd name="connsiteX42-1813" fmla="*/ 0 w 2736000"/>
              <a:gd name="connsiteY42-1814" fmla="*/ 3786092 h 3930092"/>
              <a:gd name="connsiteX43-1815" fmla="*/ 144000 w 2736000"/>
              <a:gd name="connsiteY43-1816" fmla="*/ 3642092 h 3930092"/>
              <a:gd name="connsiteX44-1817" fmla="*/ 338578 w 2736000"/>
              <a:gd name="connsiteY44-1818" fmla="*/ 3642092 h 3930092"/>
              <a:gd name="connsiteX45-1819" fmla="*/ 338578 w 2736000"/>
              <a:gd name="connsiteY45-1820" fmla="*/ 3557007 h 3930092"/>
              <a:gd name="connsiteX46-1821" fmla="*/ 951672 w 2736000"/>
              <a:gd name="connsiteY46-1822" fmla="*/ 2284199 h 3930092"/>
              <a:gd name="connsiteX47-1823" fmla="*/ 1012216 w 2736000"/>
              <a:gd name="connsiteY47-1824" fmla="*/ 1995181 h 3930092"/>
              <a:gd name="connsiteX48-1825" fmla="*/ 943195 w 2736000"/>
              <a:gd name="connsiteY48-1826" fmla="*/ 1693402 h 3930092"/>
              <a:gd name="connsiteX49-1827" fmla="*/ 339300 w 2736000"/>
              <a:gd name="connsiteY49-1828" fmla="*/ 413234 h 3930092"/>
              <a:gd name="connsiteX50-1829" fmla="*/ 339300 w 2736000"/>
              <a:gd name="connsiteY50-1830" fmla="*/ 288000 h 3930092"/>
              <a:gd name="connsiteX51-1831" fmla="*/ 144000 w 2736000"/>
              <a:gd name="connsiteY51-1832" fmla="*/ 288000 h 3930092"/>
              <a:gd name="connsiteX52-1833" fmla="*/ 0 w 2736000"/>
              <a:gd name="connsiteY52-1834" fmla="*/ 144000 h 3930092"/>
              <a:gd name="connsiteX53-1835" fmla="*/ 144000 w 2736000"/>
              <a:gd name="connsiteY53-1836" fmla="*/ 0 h 3930092"/>
              <a:gd name="connsiteX0-1837" fmla="*/ 1397963 w 2736000"/>
              <a:gd name="connsiteY0-1838" fmla="*/ 2421112 h 3930092"/>
              <a:gd name="connsiteX1-1839" fmla="*/ 1578778 w 2736000"/>
              <a:gd name="connsiteY1-1840" fmla="*/ 2576692 h 3930092"/>
              <a:gd name="connsiteX2-1841" fmla="*/ 2088000 w 2736000"/>
              <a:gd name="connsiteY2-1842" fmla="*/ 3520946 h 3930092"/>
              <a:gd name="connsiteX3-1843" fmla="*/ 648080 w 2736000"/>
              <a:gd name="connsiteY3-1844" fmla="*/ 3506285 h 3930092"/>
              <a:gd name="connsiteX4-1845" fmla="*/ 1182763 w 2736000"/>
              <a:gd name="connsiteY4-1846" fmla="*/ 2571640 h 3930092"/>
              <a:gd name="connsiteX5-1847" fmla="*/ 1397963 w 2736000"/>
              <a:gd name="connsiteY5-1848" fmla="*/ 2421112 h 3930092"/>
              <a:gd name="connsiteX6-1849" fmla="*/ 648003 w 2736000"/>
              <a:gd name="connsiteY6-1850" fmla="*/ 793859 h 3930092"/>
              <a:gd name="connsiteX7-1851" fmla="*/ 2087849 w 2736000"/>
              <a:gd name="connsiteY7-1852" fmla="*/ 808518 h 3930092"/>
              <a:gd name="connsiteX8-1853" fmla="*/ 1641214 w 2736000"/>
              <a:gd name="connsiteY8-1854" fmla="*/ 1449982 h 3930092"/>
              <a:gd name="connsiteX9-1855" fmla="*/ 1368003 w 2736000"/>
              <a:gd name="connsiteY9-1856" fmla="*/ 1937706 h 3930092"/>
              <a:gd name="connsiteX10-1857" fmla="*/ 1094068 w 2736000"/>
              <a:gd name="connsiteY10-1858" fmla="*/ 1448735 h 3930092"/>
              <a:gd name="connsiteX11-1859" fmla="*/ 648003 w 2736000"/>
              <a:gd name="connsiteY11-1860" fmla="*/ 793859 h 3930092"/>
              <a:gd name="connsiteX12-1861" fmla="*/ 516625 w 2736000"/>
              <a:gd name="connsiteY12-1862" fmla="*/ 299874 h 3930092"/>
              <a:gd name="connsiteX13-1863" fmla="*/ 516625 w 2736000"/>
              <a:gd name="connsiteY13-1864" fmla="*/ 449580 h 3930092"/>
              <a:gd name="connsiteX14-1865" fmla="*/ 1029987 w 2736000"/>
              <a:gd name="connsiteY14-1866" fmla="*/ 1557992 h 3930092"/>
              <a:gd name="connsiteX15-1867" fmla="*/ 1146996 w 2736000"/>
              <a:gd name="connsiteY15-1868" fmla="*/ 2057479 h 3930092"/>
              <a:gd name="connsiteX16-1869" fmla="*/ 1055065 w 2736000"/>
              <a:gd name="connsiteY16-1870" fmla="*/ 2431585 h 3930092"/>
              <a:gd name="connsiteX17-1871" fmla="*/ 539378 w 2736000"/>
              <a:gd name="connsiteY17-1872" fmla="*/ 3468615 h 3930092"/>
              <a:gd name="connsiteX18-1873" fmla="*/ 539378 w 2736000"/>
              <a:gd name="connsiteY18-1874" fmla="*/ 3604591 h 3930092"/>
              <a:gd name="connsiteX19-1875" fmla="*/ 2196077 w 2736000"/>
              <a:gd name="connsiteY19-1876" fmla="*/ 3604591 h 3930092"/>
              <a:gd name="connsiteX20-1877" fmla="*/ 2196077 w 2736000"/>
              <a:gd name="connsiteY20-1878" fmla="*/ 3468615 h 3930092"/>
              <a:gd name="connsiteX21-1879" fmla="*/ 1695313 w 2736000"/>
              <a:gd name="connsiteY21-1880" fmla="*/ 2440912 h 3930092"/>
              <a:gd name="connsiteX22-1881" fmla="*/ 1617547 w 2736000"/>
              <a:gd name="connsiteY22-1882" fmla="*/ 2049252 h 3930092"/>
              <a:gd name="connsiteX23-1883" fmla="*/ 1719395 w 2736000"/>
              <a:gd name="connsiteY23-1884" fmla="*/ 1540961 h 3930092"/>
              <a:gd name="connsiteX24-1885" fmla="*/ 2207952 w 2736000"/>
              <a:gd name="connsiteY24-1886" fmla="*/ 449580 h 3930092"/>
              <a:gd name="connsiteX25-1887" fmla="*/ 2207952 w 2736000"/>
              <a:gd name="connsiteY25-1888" fmla="*/ 299874 h 3930092"/>
              <a:gd name="connsiteX26-1889" fmla="*/ 516625 w 2736000"/>
              <a:gd name="connsiteY26-1890" fmla="*/ 299874 h 3930092"/>
              <a:gd name="connsiteX27-1891" fmla="*/ 144000 w 2736000"/>
              <a:gd name="connsiteY27-1892" fmla="*/ 0 h 3930092"/>
              <a:gd name="connsiteX28-1893" fmla="*/ 2592000 w 2736000"/>
              <a:gd name="connsiteY28-1894" fmla="*/ 0 h 3930092"/>
              <a:gd name="connsiteX29-1895" fmla="*/ 2736000 w 2736000"/>
              <a:gd name="connsiteY29-1896" fmla="*/ 144000 h 3930092"/>
              <a:gd name="connsiteX30-1897" fmla="*/ 2592000 w 2736000"/>
              <a:gd name="connsiteY30-1898" fmla="*/ 288000 h 3930092"/>
              <a:gd name="connsiteX31-1899" fmla="*/ 2396702 w 2736000"/>
              <a:gd name="connsiteY31-1900" fmla="*/ 288000 h 3930092"/>
              <a:gd name="connsiteX32-1901" fmla="*/ 2396702 w 2736000"/>
              <a:gd name="connsiteY32-1902" fmla="*/ 413234 h 3930092"/>
              <a:gd name="connsiteX33-1903" fmla="*/ 1815389 w 2736000"/>
              <a:gd name="connsiteY33-1904" fmla="*/ 1665324 h 3930092"/>
              <a:gd name="connsiteX34-1905" fmla="*/ 1753098 w 2736000"/>
              <a:gd name="connsiteY34-1906" fmla="*/ 1974987 h 3930092"/>
              <a:gd name="connsiteX35-1907" fmla="*/ 1825752 w 2736000"/>
              <a:gd name="connsiteY35-1908" fmla="*/ 2312143 h 3930092"/>
              <a:gd name="connsiteX36-1909" fmla="*/ 2395980 w 2736000"/>
              <a:gd name="connsiteY36-1910" fmla="*/ 3557007 h 3930092"/>
              <a:gd name="connsiteX37-1911" fmla="*/ 2395980 w 2736000"/>
              <a:gd name="connsiteY37-1912" fmla="*/ 3642092 h 3930092"/>
              <a:gd name="connsiteX38-1913" fmla="*/ 2592000 w 2736000"/>
              <a:gd name="connsiteY38-1914" fmla="*/ 3642092 h 3930092"/>
              <a:gd name="connsiteX39-1915" fmla="*/ 2736000 w 2736000"/>
              <a:gd name="connsiteY39-1916" fmla="*/ 3786092 h 3930092"/>
              <a:gd name="connsiteX40-1917" fmla="*/ 2592000 w 2736000"/>
              <a:gd name="connsiteY40-1918" fmla="*/ 3930092 h 3930092"/>
              <a:gd name="connsiteX41-1919" fmla="*/ 144000 w 2736000"/>
              <a:gd name="connsiteY41-1920" fmla="*/ 3930092 h 3930092"/>
              <a:gd name="connsiteX42-1921" fmla="*/ 0 w 2736000"/>
              <a:gd name="connsiteY42-1922" fmla="*/ 3786092 h 3930092"/>
              <a:gd name="connsiteX43-1923" fmla="*/ 144000 w 2736000"/>
              <a:gd name="connsiteY43-1924" fmla="*/ 3642092 h 3930092"/>
              <a:gd name="connsiteX44-1925" fmla="*/ 338578 w 2736000"/>
              <a:gd name="connsiteY44-1926" fmla="*/ 3642092 h 3930092"/>
              <a:gd name="connsiteX45-1927" fmla="*/ 338578 w 2736000"/>
              <a:gd name="connsiteY45-1928" fmla="*/ 3557007 h 3930092"/>
              <a:gd name="connsiteX46-1929" fmla="*/ 951672 w 2736000"/>
              <a:gd name="connsiteY46-1930" fmla="*/ 2284199 h 3930092"/>
              <a:gd name="connsiteX47-1931" fmla="*/ 1012216 w 2736000"/>
              <a:gd name="connsiteY47-1932" fmla="*/ 1995181 h 3930092"/>
              <a:gd name="connsiteX48-1933" fmla="*/ 943195 w 2736000"/>
              <a:gd name="connsiteY48-1934" fmla="*/ 1693402 h 3930092"/>
              <a:gd name="connsiteX49-1935" fmla="*/ 339300 w 2736000"/>
              <a:gd name="connsiteY49-1936" fmla="*/ 413234 h 3930092"/>
              <a:gd name="connsiteX50-1937" fmla="*/ 339300 w 2736000"/>
              <a:gd name="connsiteY50-1938" fmla="*/ 288000 h 3930092"/>
              <a:gd name="connsiteX51-1939" fmla="*/ 144000 w 2736000"/>
              <a:gd name="connsiteY51-1940" fmla="*/ 288000 h 3930092"/>
              <a:gd name="connsiteX52-1941" fmla="*/ 0 w 2736000"/>
              <a:gd name="connsiteY52-1942" fmla="*/ 144000 h 3930092"/>
              <a:gd name="connsiteX53-1943" fmla="*/ 144000 w 2736000"/>
              <a:gd name="connsiteY53-1944" fmla="*/ 0 h 3930092"/>
              <a:gd name="connsiteX0-1945" fmla="*/ 1379552 w 2736000"/>
              <a:gd name="connsiteY0-1946" fmla="*/ 2418044 h 3930092"/>
              <a:gd name="connsiteX1-1947" fmla="*/ 1578778 w 2736000"/>
              <a:gd name="connsiteY1-1948" fmla="*/ 2576692 h 3930092"/>
              <a:gd name="connsiteX2-1949" fmla="*/ 2088000 w 2736000"/>
              <a:gd name="connsiteY2-1950" fmla="*/ 3520946 h 3930092"/>
              <a:gd name="connsiteX3-1951" fmla="*/ 648080 w 2736000"/>
              <a:gd name="connsiteY3-1952" fmla="*/ 3506285 h 3930092"/>
              <a:gd name="connsiteX4-1953" fmla="*/ 1182763 w 2736000"/>
              <a:gd name="connsiteY4-1954" fmla="*/ 2571640 h 3930092"/>
              <a:gd name="connsiteX5-1955" fmla="*/ 1379552 w 2736000"/>
              <a:gd name="connsiteY5-1956" fmla="*/ 2418044 h 3930092"/>
              <a:gd name="connsiteX6-1957" fmla="*/ 648003 w 2736000"/>
              <a:gd name="connsiteY6-1958" fmla="*/ 793859 h 3930092"/>
              <a:gd name="connsiteX7-1959" fmla="*/ 2087849 w 2736000"/>
              <a:gd name="connsiteY7-1960" fmla="*/ 808518 h 3930092"/>
              <a:gd name="connsiteX8-1961" fmla="*/ 1641214 w 2736000"/>
              <a:gd name="connsiteY8-1962" fmla="*/ 1449982 h 3930092"/>
              <a:gd name="connsiteX9-1963" fmla="*/ 1368003 w 2736000"/>
              <a:gd name="connsiteY9-1964" fmla="*/ 1937706 h 3930092"/>
              <a:gd name="connsiteX10-1965" fmla="*/ 1094068 w 2736000"/>
              <a:gd name="connsiteY10-1966" fmla="*/ 1448735 h 3930092"/>
              <a:gd name="connsiteX11-1967" fmla="*/ 648003 w 2736000"/>
              <a:gd name="connsiteY11-1968" fmla="*/ 793859 h 3930092"/>
              <a:gd name="connsiteX12-1969" fmla="*/ 516625 w 2736000"/>
              <a:gd name="connsiteY12-1970" fmla="*/ 299874 h 3930092"/>
              <a:gd name="connsiteX13-1971" fmla="*/ 516625 w 2736000"/>
              <a:gd name="connsiteY13-1972" fmla="*/ 449580 h 3930092"/>
              <a:gd name="connsiteX14-1973" fmla="*/ 1029987 w 2736000"/>
              <a:gd name="connsiteY14-1974" fmla="*/ 1557992 h 3930092"/>
              <a:gd name="connsiteX15-1975" fmla="*/ 1146996 w 2736000"/>
              <a:gd name="connsiteY15-1976" fmla="*/ 2057479 h 3930092"/>
              <a:gd name="connsiteX16-1977" fmla="*/ 1055065 w 2736000"/>
              <a:gd name="connsiteY16-1978" fmla="*/ 2431585 h 3930092"/>
              <a:gd name="connsiteX17-1979" fmla="*/ 539378 w 2736000"/>
              <a:gd name="connsiteY17-1980" fmla="*/ 3468615 h 3930092"/>
              <a:gd name="connsiteX18-1981" fmla="*/ 539378 w 2736000"/>
              <a:gd name="connsiteY18-1982" fmla="*/ 3604591 h 3930092"/>
              <a:gd name="connsiteX19-1983" fmla="*/ 2196077 w 2736000"/>
              <a:gd name="connsiteY19-1984" fmla="*/ 3604591 h 3930092"/>
              <a:gd name="connsiteX20-1985" fmla="*/ 2196077 w 2736000"/>
              <a:gd name="connsiteY20-1986" fmla="*/ 3468615 h 3930092"/>
              <a:gd name="connsiteX21-1987" fmla="*/ 1695313 w 2736000"/>
              <a:gd name="connsiteY21-1988" fmla="*/ 2440912 h 3930092"/>
              <a:gd name="connsiteX22-1989" fmla="*/ 1617547 w 2736000"/>
              <a:gd name="connsiteY22-1990" fmla="*/ 2049252 h 3930092"/>
              <a:gd name="connsiteX23-1991" fmla="*/ 1719395 w 2736000"/>
              <a:gd name="connsiteY23-1992" fmla="*/ 1540961 h 3930092"/>
              <a:gd name="connsiteX24-1993" fmla="*/ 2207952 w 2736000"/>
              <a:gd name="connsiteY24-1994" fmla="*/ 449580 h 3930092"/>
              <a:gd name="connsiteX25-1995" fmla="*/ 2207952 w 2736000"/>
              <a:gd name="connsiteY25-1996" fmla="*/ 299874 h 3930092"/>
              <a:gd name="connsiteX26-1997" fmla="*/ 516625 w 2736000"/>
              <a:gd name="connsiteY26-1998" fmla="*/ 299874 h 3930092"/>
              <a:gd name="connsiteX27-1999" fmla="*/ 144000 w 2736000"/>
              <a:gd name="connsiteY27-2000" fmla="*/ 0 h 3930092"/>
              <a:gd name="connsiteX28-2001" fmla="*/ 2592000 w 2736000"/>
              <a:gd name="connsiteY28-2002" fmla="*/ 0 h 3930092"/>
              <a:gd name="connsiteX29-2003" fmla="*/ 2736000 w 2736000"/>
              <a:gd name="connsiteY29-2004" fmla="*/ 144000 h 3930092"/>
              <a:gd name="connsiteX30-2005" fmla="*/ 2592000 w 2736000"/>
              <a:gd name="connsiteY30-2006" fmla="*/ 288000 h 3930092"/>
              <a:gd name="connsiteX31-2007" fmla="*/ 2396702 w 2736000"/>
              <a:gd name="connsiteY31-2008" fmla="*/ 288000 h 3930092"/>
              <a:gd name="connsiteX32-2009" fmla="*/ 2396702 w 2736000"/>
              <a:gd name="connsiteY32-2010" fmla="*/ 413234 h 3930092"/>
              <a:gd name="connsiteX33-2011" fmla="*/ 1815389 w 2736000"/>
              <a:gd name="connsiteY33-2012" fmla="*/ 1665324 h 3930092"/>
              <a:gd name="connsiteX34-2013" fmla="*/ 1753098 w 2736000"/>
              <a:gd name="connsiteY34-2014" fmla="*/ 1974987 h 3930092"/>
              <a:gd name="connsiteX35-2015" fmla="*/ 1825752 w 2736000"/>
              <a:gd name="connsiteY35-2016" fmla="*/ 2312143 h 3930092"/>
              <a:gd name="connsiteX36-2017" fmla="*/ 2395980 w 2736000"/>
              <a:gd name="connsiteY36-2018" fmla="*/ 3557007 h 3930092"/>
              <a:gd name="connsiteX37-2019" fmla="*/ 2395980 w 2736000"/>
              <a:gd name="connsiteY37-2020" fmla="*/ 3642092 h 3930092"/>
              <a:gd name="connsiteX38-2021" fmla="*/ 2592000 w 2736000"/>
              <a:gd name="connsiteY38-2022" fmla="*/ 3642092 h 3930092"/>
              <a:gd name="connsiteX39-2023" fmla="*/ 2736000 w 2736000"/>
              <a:gd name="connsiteY39-2024" fmla="*/ 3786092 h 3930092"/>
              <a:gd name="connsiteX40-2025" fmla="*/ 2592000 w 2736000"/>
              <a:gd name="connsiteY40-2026" fmla="*/ 3930092 h 3930092"/>
              <a:gd name="connsiteX41-2027" fmla="*/ 144000 w 2736000"/>
              <a:gd name="connsiteY41-2028" fmla="*/ 3930092 h 3930092"/>
              <a:gd name="connsiteX42-2029" fmla="*/ 0 w 2736000"/>
              <a:gd name="connsiteY42-2030" fmla="*/ 3786092 h 3930092"/>
              <a:gd name="connsiteX43-2031" fmla="*/ 144000 w 2736000"/>
              <a:gd name="connsiteY43-2032" fmla="*/ 3642092 h 3930092"/>
              <a:gd name="connsiteX44-2033" fmla="*/ 338578 w 2736000"/>
              <a:gd name="connsiteY44-2034" fmla="*/ 3642092 h 3930092"/>
              <a:gd name="connsiteX45-2035" fmla="*/ 338578 w 2736000"/>
              <a:gd name="connsiteY45-2036" fmla="*/ 3557007 h 3930092"/>
              <a:gd name="connsiteX46-2037" fmla="*/ 951672 w 2736000"/>
              <a:gd name="connsiteY46-2038" fmla="*/ 2284199 h 3930092"/>
              <a:gd name="connsiteX47-2039" fmla="*/ 1012216 w 2736000"/>
              <a:gd name="connsiteY47-2040" fmla="*/ 1995181 h 3930092"/>
              <a:gd name="connsiteX48-2041" fmla="*/ 943195 w 2736000"/>
              <a:gd name="connsiteY48-2042" fmla="*/ 1693402 h 3930092"/>
              <a:gd name="connsiteX49-2043" fmla="*/ 339300 w 2736000"/>
              <a:gd name="connsiteY49-2044" fmla="*/ 413234 h 3930092"/>
              <a:gd name="connsiteX50-2045" fmla="*/ 339300 w 2736000"/>
              <a:gd name="connsiteY50-2046" fmla="*/ 288000 h 3930092"/>
              <a:gd name="connsiteX51-2047" fmla="*/ 144000 w 2736000"/>
              <a:gd name="connsiteY51-2048" fmla="*/ 288000 h 3930092"/>
              <a:gd name="connsiteX52-2049" fmla="*/ 0 w 2736000"/>
              <a:gd name="connsiteY52-2050" fmla="*/ 144000 h 3930092"/>
              <a:gd name="connsiteX53-2051" fmla="*/ 144000 w 2736000"/>
              <a:gd name="connsiteY53-2052" fmla="*/ 0 h 3930092"/>
              <a:gd name="connsiteX0-2053" fmla="*/ 1379552 w 2736000"/>
              <a:gd name="connsiteY0-2054" fmla="*/ 2418044 h 3930092"/>
              <a:gd name="connsiteX1-2055" fmla="*/ 1578778 w 2736000"/>
              <a:gd name="connsiteY1-2056" fmla="*/ 2576692 h 3930092"/>
              <a:gd name="connsiteX2-2057" fmla="*/ 2088000 w 2736000"/>
              <a:gd name="connsiteY2-2058" fmla="*/ 3520946 h 3930092"/>
              <a:gd name="connsiteX3-2059" fmla="*/ 648080 w 2736000"/>
              <a:gd name="connsiteY3-2060" fmla="*/ 3506285 h 3930092"/>
              <a:gd name="connsiteX4-2061" fmla="*/ 1182763 w 2736000"/>
              <a:gd name="connsiteY4-2062" fmla="*/ 2571640 h 3930092"/>
              <a:gd name="connsiteX5-2063" fmla="*/ 1379552 w 2736000"/>
              <a:gd name="connsiteY5-2064" fmla="*/ 2418044 h 3930092"/>
              <a:gd name="connsiteX6-2065" fmla="*/ 648003 w 2736000"/>
              <a:gd name="connsiteY6-2066" fmla="*/ 793859 h 3930092"/>
              <a:gd name="connsiteX7-2067" fmla="*/ 2087849 w 2736000"/>
              <a:gd name="connsiteY7-2068" fmla="*/ 808518 h 3930092"/>
              <a:gd name="connsiteX8-2069" fmla="*/ 1641214 w 2736000"/>
              <a:gd name="connsiteY8-2070" fmla="*/ 1449982 h 3930092"/>
              <a:gd name="connsiteX9-2071" fmla="*/ 1368003 w 2736000"/>
              <a:gd name="connsiteY9-2072" fmla="*/ 1937706 h 3930092"/>
              <a:gd name="connsiteX10-2073" fmla="*/ 1094068 w 2736000"/>
              <a:gd name="connsiteY10-2074" fmla="*/ 1448735 h 3930092"/>
              <a:gd name="connsiteX11-2075" fmla="*/ 648003 w 2736000"/>
              <a:gd name="connsiteY11-2076" fmla="*/ 793859 h 3930092"/>
              <a:gd name="connsiteX12-2077" fmla="*/ 516625 w 2736000"/>
              <a:gd name="connsiteY12-2078" fmla="*/ 299874 h 3930092"/>
              <a:gd name="connsiteX13-2079" fmla="*/ 516625 w 2736000"/>
              <a:gd name="connsiteY13-2080" fmla="*/ 449580 h 3930092"/>
              <a:gd name="connsiteX14-2081" fmla="*/ 1029987 w 2736000"/>
              <a:gd name="connsiteY14-2082" fmla="*/ 1557992 h 3930092"/>
              <a:gd name="connsiteX15-2083" fmla="*/ 1146996 w 2736000"/>
              <a:gd name="connsiteY15-2084" fmla="*/ 2057479 h 3930092"/>
              <a:gd name="connsiteX16-2085" fmla="*/ 1055065 w 2736000"/>
              <a:gd name="connsiteY16-2086" fmla="*/ 2431585 h 3930092"/>
              <a:gd name="connsiteX17-2087" fmla="*/ 539378 w 2736000"/>
              <a:gd name="connsiteY17-2088" fmla="*/ 3468615 h 3930092"/>
              <a:gd name="connsiteX18-2089" fmla="*/ 539378 w 2736000"/>
              <a:gd name="connsiteY18-2090" fmla="*/ 3604591 h 3930092"/>
              <a:gd name="connsiteX19-2091" fmla="*/ 2196077 w 2736000"/>
              <a:gd name="connsiteY19-2092" fmla="*/ 3604591 h 3930092"/>
              <a:gd name="connsiteX20-2093" fmla="*/ 2196077 w 2736000"/>
              <a:gd name="connsiteY20-2094" fmla="*/ 3468615 h 3930092"/>
              <a:gd name="connsiteX21-2095" fmla="*/ 1695313 w 2736000"/>
              <a:gd name="connsiteY21-2096" fmla="*/ 2440912 h 3930092"/>
              <a:gd name="connsiteX22-2097" fmla="*/ 1617547 w 2736000"/>
              <a:gd name="connsiteY22-2098" fmla="*/ 2049252 h 3930092"/>
              <a:gd name="connsiteX23-2099" fmla="*/ 1719395 w 2736000"/>
              <a:gd name="connsiteY23-2100" fmla="*/ 1540961 h 3930092"/>
              <a:gd name="connsiteX24-2101" fmla="*/ 2207952 w 2736000"/>
              <a:gd name="connsiteY24-2102" fmla="*/ 449580 h 3930092"/>
              <a:gd name="connsiteX25-2103" fmla="*/ 2207952 w 2736000"/>
              <a:gd name="connsiteY25-2104" fmla="*/ 299874 h 3930092"/>
              <a:gd name="connsiteX26-2105" fmla="*/ 516625 w 2736000"/>
              <a:gd name="connsiteY26-2106" fmla="*/ 299874 h 3930092"/>
              <a:gd name="connsiteX27-2107" fmla="*/ 144000 w 2736000"/>
              <a:gd name="connsiteY27-2108" fmla="*/ 0 h 3930092"/>
              <a:gd name="connsiteX28-2109" fmla="*/ 2592000 w 2736000"/>
              <a:gd name="connsiteY28-2110" fmla="*/ 0 h 3930092"/>
              <a:gd name="connsiteX29-2111" fmla="*/ 2736000 w 2736000"/>
              <a:gd name="connsiteY29-2112" fmla="*/ 144000 h 3930092"/>
              <a:gd name="connsiteX30-2113" fmla="*/ 2592000 w 2736000"/>
              <a:gd name="connsiteY30-2114" fmla="*/ 288000 h 3930092"/>
              <a:gd name="connsiteX31-2115" fmla="*/ 2396702 w 2736000"/>
              <a:gd name="connsiteY31-2116" fmla="*/ 288000 h 3930092"/>
              <a:gd name="connsiteX32-2117" fmla="*/ 2396702 w 2736000"/>
              <a:gd name="connsiteY32-2118" fmla="*/ 413234 h 3930092"/>
              <a:gd name="connsiteX33-2119" fmla="*/ 1815389 w 2736000"/>
              <a:gd name="connsiteY33-2120" fmla="*/ 1665324 h 3930092"/>
              <a:gd name="connsiteX34-2121" fmla="*/ 1753098 w 2736000"/>
              <a:gd name="connsiteY34-2122" fmla="*/ 1974987 h 3930092"/>
              <a:gd name="connsiteX35-2123" fmla="*/ 1825752 w 2736000"/>
              <a:gd name="connsiteY35-2124" fmla="*/ 2312143 h 3930092"/>
              <a:gd name="connsiteX36-2125" fmla="*/ 2395980 w 2736000"/>
              <a:gd name="connsiteY36-2126" fmla="*/ 3557007 h 3930092"/>
              <a:gd name="connsiteX37-2127" fmla="*/ 2395980 w 2736000"/>
              <a:gd name="connsiteY37-2128" fmla="*/ 3642092 h 3930092"/>
              <a:gd name="connsiteX38-2129" fmla="*/ 2592000 w 2736000"/>
              <a:gd name="connsiteY38-2130" fmla="*/ 3642092 h 3930092"/>
              <a:gd name="connsiteX39-2131" fmla="*/ 2736000 w 2736000"/>
              <a:gd name="connsiteY39-2132" fmla="*/ 3786092 h 3930092"/>
              <a:gd name="connsiteX40-2133" fmla="*/ 2592000 w 2736000"/>
              <a:gd name="connsiteY40-2134" fmla="*/ 3930092 h 3930092"/>
              <a:gd name="connsiteX41-2135" fmla="*/ 144000 w 2736000"/>
              <a:gd name="connsiteY41-2136" fmla="*/ 3930092 h 3930092"/>
              <a:gd name="connsiteX42-2137" fmla="*/ 0 w 2736000"/>
              <a:gd name="connsiteY42-2138" fmla="*/ 3786092 h 3930092"/>
              <a:gd name="connsiteX43-2139" fmla="*/ 144000 w 2736000"/>
              <a:gd name="connsiteY43-2140" fmla="*/ 3642092 h 3930092"/>
              <a:gd name="connsiteX44-2141" fmla="*/ 338578 w 2736000"/>
              <a:gd name="connsiteY44-2142" fmla="*/ 3642092 h 3930092"/>
              <a:gd name="connsiteX45-2143" fmla="*/ 338578 w 2736000"/>
              <a:gd name="connsiteY45-2144" fmla="*/ 3557007 h 3930092"/>
              <a:gd name="connsiteX46-2145" fmla="*/ 951672 w 2736000"/>
              <a:gd name="connsiteY46-2146" fmla="*/ 2284199 h 3930092"/>
              <a:gd name="connsiteX47-2147" fmla="*/ 1012216 w 2736000"/>
              <a:gd name="connsiteY47-2148" fmla="*/ 1995181 h 3930092"/>
              <a:gd name="connsiteX48-2149" fmla="*/ 943195 w 2736000"/>
              <a:gd name="connsiteY48-2150" fmla="*/ 1693402 h 3930092"/>
              <a:gd name="connsiteX49-2151" fmla="*/ 339300 w 2736000"/>
              <a:gd name="connsiteY49-2152" fmla="*/ 413234 h 3930092"/>
              <a:gd name="connsiteX50-2153" fmla="*/ 339300 w 2736000"/>
              <a:gd name="connsiteY50-2154" fmla="*/ 288000 h 3930092"/>
              <a:gd name="connsiteX51-2155" fmla="*/ 144000 w 2736000"/>
              <a:gd name="connsiteY51-2156" fmla="*/ 288000 h 3930092"/>
              <a:gd name="connsiteX52-2157" fmla="*/ 0 w 2736000"/>
              <a:gd name="connsiteY52-2158" fmla="*/ 144000 h 3930092"/>
              <a:gd name="connsiteX53-2159" fmla="*/ 144000 w 2736000"/>
              <a:gd name="connsiteY53-2160" fmla="*/ 0 h 3930092"/>
              <a:gd name="connsiteX0-2161" fmla="*/ 1379552 w 2736000"/>
              <a:gd name="connsiteY0-2162" fmla="*/ 2418044 h 3930092"/>
              <a:gd name="connsiteX1-2163" fmla="*/ 1578778 w 2736000"/>
              <a:gd name="connsiteY1-2164" fmla="*/ 2576692 h 3930092"/>
              <a:gd name="connsiteX2-2165" fmla="*/ 2088000 w 2736000"/>
              <a:gd name="connsiteY2-2166" fmla="*/ 3520946 h 3930092"/>
              <a:gd name="connsiteX3-2167" fmla="*/ 648080 w 2736000"/>
              <a:gd name="connsiteY3-2168" fmla="*/ 3506285 h 3930092"/>
              <a:gd name="connsiteX4-2169" fmla="*/ 1182763 w 2736000"/>
              <a:gd name="connsiteY4-2170" fmla="*/ 2571640 h 3930092"/>
              <a:gd name="connsiteX5-2171" fmla="*/ 1379552 w 2736000"/>
              <a:gd name="connsiteY5-2172" fmla="*/ 2418044 h 3930092"/>
              <a:gd name="connsiteX6-2173" fmla="*/ 648003 w 2736000"/>
              <a:gd name="connsiteY6-2174" fmla="*/ 793859 h 3930092"/>
              <a:gd name="connsiteX7-2175" fmla="*/ 2087849 w 2736000"/>
              <a:gd name="connsiteY7-2176" fmla="*/ 808518 h 3930092"/>
              <a:gd name="connsiteX8-2177" fmla="*/ 1641214 w 2736000"/>
              <a:gd name="connsiteY8-2178" fmla="*/ 1449982 h 3930092"/>
              <a:gd name="connsiteX9-2179" fmla="*/ 1368003 w 2736000"/>
              <a:gd name="connsiteY9-2180" fmla="*/ 1937706 h 3930092"/>
              <a:gd name="connsiteX10-2181" fmla="*/ 1094068 w 2736000"/>
              <a:gd name="connsiteY10-2182" fmla="*/ 1448735 h 3930092"/>
              <a:gd name="connsiteX11-2183" fmla="*/ 648003 w 2736000"/>
              <a:gd name="connsiteY11-2184" fmla="*/ 793859 h 3930092"/>
              <a:gd name="connsiteX12-2185" fmla="*/ 516625 w 2736000"/>
              <a:gd name="connsiteY12-2186" fmla="*/ 299874 h 3930092"/>
              <a:gd name="connsiteX13-2187" fmla="*/ 516625 w 2736000"/>
              <a:gd name="connsiteY13-2188" fmla="*/ 449580 h 3930092"/>
              <a:gd name="connsiteX14-2189" fmla="*/ 1029987 w 2736000"/>
              <a:gd name="connsiteY14-2190" fmla="*/ 1557992 h 3930092"/>
              <a:gd name="connsiteX15-2191" fmla="*/ 1146996 w 2736000"/>
              <a:gd name="connsiteY15-2192" fmla="*/ 2057479 h 3930092"/>
              <a:gd name="connsiteX16-2193" fmla="*/ 1055065 w 2736000"/>
              <a:gd name="connsiteY16-2194" fmla="*/ 2431585 h 3930092"/>
              <a:gd name="connsiteX17-2195" fmla="*/ 539378 w 2736000"/>
              <a:gd name="connsiteY17-2196" fmla="*/ 3468615 h 3930092"/>
              <a:gd name="connsiteX18-2197" fmla="*/ 539378 w 2736000"/>
              <a:gd name="connsiteY18-2198" fmla="*/ 3604591 h 3930092"/>
              <a:gd name="connsiteX19-2199" fmla="*/ 2196077 w 2736000"/>
              <a:gd name="connsiteY19-2200" fmla="*/ 3604591 h 3930092"/>
              <a:gd name="connsiteX20-2201" fmla="*/ 2196077 w 2736000"/>
              <a:gd name="connsiteY20-2202" fmla="*/ 3468615 h 3930092"/>
              <a:gd name="connsiteX21-2203" fmla="*/ 1695313 w 2736000"/>
              <a:gd name="connsiteY21-2204" fmla="*/ 2440912 h 3930092"/>
              <a:gd name="connsiteX22-2205" fmla="*/ 1617547 w 2736000"/>
              <a:gd name="connsiteY22-2206" fmla="*/ 2049252 h 3930092"/>
              <a:gd name="connsiteX23-2207" fmla="*/ 1719395 w 2736000"/>
              <a:gd name="connsiteY23-2208" fmla="*/ 1540961 h 3930092"/>
              <a:gd name="connsiteX24-2209" fmla="*/ 2207952 w 2736000"/>
              <a:gd name="connsiteY24-2210" fmla="*/ 449580 h 3930092"/>
              <a:gd name="connsiteX25-2211" fmla="*/ 2207952 w 2736000"/>
              <a:gd name="connsiteY25-2212" fmla="*/ 299874 h 3930092"/>
              <a:gd name="connsiteX26-2213" fmla="*/ 516625 w 2736000"/>
              <a:gd name="connsiteY26-2214" fmla="*/ 299874 h 3930092"/>
              <a:gd name="connsiteX27-2215" fmla="*/ 144000 w 2736000"/>
              <a:gd name="connsiteY27-2216" fmla="*/ 0 h 3930092"/>
              <a:gd name="connsiteX28-2217" fmla="*/ 2592000 w 2736000"/>
              <a:gd name="connsiteY28-2218" fmla="*/ 0 h 3930092"/>
              <a:gd name="connsiteX29-2219" fmla="*/ 2736000 w 2736000"/>
              <a:gd name="connsiteY29-2220" fmla="*/ 144000 h 3930092"/>
              <a:gd name="connsiteX30-2221" fmla="*/ 2592000 w 2736000"/>
              <a:gd name="connsiteY30-2222" fmla="*/ 288000 h 3930092"/>
              <a:gd name="connsiteX31-2223" fmla="*/ 2396702 w 2736000"/>
              <a:gd name="connsiteY31-2224" fmla="*/ 288000 h 3930092"/>
              <a:gd name="connsiteX32-2225" fmla="*/ 2396702 w 2736000"/>
              <a:gd name="connsiteY32-2226" fmla="*/ 413234 h 3930092"/>
              <a:gd name="connsiteX33-2227" fmla="*/ 1815389 w 2736000"/>
              <a:gd name="connsiteY33-2228" fmla="*/ 1665324 h 3930092"/>
              <a:gd name="connsiteX34-2229" fmla="*/ 1753098 w 2736000"/>
              <a:gd name="connsiteY34-2230" fmla="*/ 1974987 h 3930092"/>
              <a:gd name="connsiteX35-2231" fmla="*/ 1825752 w 2736000"/>
              <a:gd name="connsiteY35-2232" fmla="*/ 2312143 h 3930092"/>
              <a:gd name="connsiteX36-2233" fmla="*/ 2395980 w 2736000"/>
              <a:gd name="connsiteY36-2234" fmla="*/ 3557007 h 3930092"/>
              <a:gd name="connsiteX37-2235" fmla="*/ 2395980 w 2736000"/>
              <a:gd name="connsiteY37-2236" fmla="*/ 3642092 h 3930092"/>
              <a:gd name="connsiteX38-2237" fmla="*/ 2592000 w 2736000"/>
              <a:gd name="connsiteY38-2238" fmla="*/ 3642092 h 3930092"/>
              <a:gd name="connsiteX39-2239" fmla="*/ 2736000 w 2736000"/>
              <a:gd name="connsiteY39-2240" fmla="*/ 3786092 h 3930092"/>
              <a:gd name="connsiteX40-2241" fmla="*/ 2592000 w 2736000"/>
              <a:gd name="connsiteY40-2242" fmla="*/ 3930092 h 3930092"/>
              <a:gd name="connsiteX41-2243" fmla="*/ 144000 w 2736000"/>
              <a:gd name="connsiteY41-2244" fmla="*/ 3930092 h 3930092"/>
              <a:gd name="connsiteX42-2245" fmla="*/ 0 w 2736000"/>
              <a:gd name="connsiteY42-2246" fmla="*/ 3786092 h 3930092"/>
              <a:gd name="connsiteX43-2247" fmla="*/ 144000 w 2736000"/>
              <a:gd name="connsiteY43-2248" fmla="*/ 3642092 h 3930092"/>
              <a:gd name="connsiteX44-2249" fmla="*/ 338578 w 2736000"/>
              <a:gd name="connsiteY44-2250" fmla="*/ 3642092 h 3930092"/>
              <a:gd name="connsiteX45-2251" fmla="*/ 338578 w 2736000"/>
              <a:gd name="connsiteY45-2252" fmla="*/ 3557007 h 3930092"/>
              <a:gd name="connsiteX46-2253" fmla="*/ 951672 w 2736000"/>
              <a:gd name="connsiteY46-2254" fmla="*/ 2284199 h 3930092"/>
              <a:gd name="connsiteX47-2255" fmla="*/ 1012216 w 2736000"/>
              <a:gd name="connsiteY47-2256" fmla="*/ 1995181 h 3930092"/>
              <a:gd name="connsiteX48-2257" fmla="*/ 943195 w 2736000"/>
              <a:gd name="connsiteY48-2258" fmla="*/ 1693402 h 3930092"/>
              <a:gd name="connsiteX49-2259" fmla="*/ 339300 w 2736000"/>
              <a:gd name="connsiteY49-2260" fmla="*/ 413234 h 3930092"/>
              <a:gd name="connsiteX50-2261" fmla="*/ 339300 w 2736000"/>
              <a:gd name="connsiteY50-2262" fmla="*/ 288000 h 3930092"/>
              <a:gd name="connsiteX51-2263" fmla="*/ 144000 w 2736000"/>
              <a:gd name="connsiteY51-2264" fmla="*/ 288000 h 3930092"/>
              <a:gd name="connsiteX52-2265" fmla="*/ 0 w 2736000"/>
              <a:gd name="connsiteY52-2266" fmla="*/ 144000 h 3930092"/>
              <a:gd name="connsiteX53-2267" fmla="*/ 144000 w 2736000"/>
              <a:gd name="connsiteY53-2268" fmla="*/ 0 h 3930092"/>
              <a:gd name="connsiteX0-2269" fmla="*/ 1379552 w 2736000"/>
              <a:gd name="connsiteY0-2270" fmla="*/ 2418044 h 3930092"/>
              <a:gd name="connsiteX1-2271" fmla="*/ 1578778 w 2736000"/>
              <a:gd name="connsiteY1-2272" fmla="*/ 2576692 h 3930092"/>
              <a:gd name="connsiteX2-2273" fmla="*/ 2088000 w 2736000"/>
              <a:gd name="connsiteY2-2274" fmla="*/ 3520946 h 3930092"/>
              <a:gd name="connsiteX3-2275" fmla="*/ 648080 w 2736000"/>
              <a:gd name="connsiteY3-2276" fmla="*/ 3506285 h 3930092"/>
              <a:gd name="connsiteX4-2277" fmla="*/ 1182763 w 2736000"/>
              <a:gd name="connsiteY4-2278" fmla="*/ 2571640 h 3930092"/>
              <a:gd name="connsiteX5-2279" fmla="*/ 1379552 w 2736000"/>
              <a:gd name="connsiteY5-2280" fmla="*/ 2418044 h 3930092"/>
              <a:gd name="connsiteX6-2281" fmla="*/ 648003 w 2736000"/>
              <a:gd name="connsiteY6-2282" fmla="*/ 793859 h 3930092"/>
              <a:gd name="connsiteX7-2283" fmla="*/ 2087849 w 2736000"/>
              <a:gd name="connsiteY7-2284" fmla="*/ 808518 h 3930092"/>
              <a:gd name="connsiteX8-2285" fmla="*/ 1641214 w 2736000"/>
              <a:gd name="connsiteY8-2286" fmla="*/ 1449982 h 3930092"/>
              <a:gd name="connsiteX9-2287" fmla="*/ 1368003 w 2736000"/>
              <a:gd name="connsiteY9-2288" fmla="*/ 1937706 h 3930092"/>
              <a:gd name="connsiteX10-2289" fmla="*/ 1094068 w 2736000"/>
              <a:gd name="connsiteY10-2290" fmla="*/ 1448735 h 3930092"/>
              <a:gd name="connsiteX11-2291" fmla="*/ 648003 w 2736000"/>
              <a:gd name="connsiteY11-2292" fmla="*/ 793859 h 3930092"/>
              <a:gd name="connsiteX12-2293" fmla="*/ 516625 w 2736000"/>
              <a:gd name="connsiteY12-2294" fmla="*/ 299874 h 3930092"/>
              <a:gd name="connsiteX13-2295" fmla="*/ 516625 w 2736000"/>
              <a:gd name="connsiteY13-2296" fmla="*/ 449580 h 3930092"/>
              <a:gd name="connsiteX14-2297" fmla="*/ 1029987 w 2736000"/>
              <a:gd name="connsiteY14-2298" fmla="*/ 1557992 h 3930092"/>
              <a:gd name="connsiteX15-2299" fmla="*/ 1146996 w 2736000"/>
              <a:gd name="connsiteY15-2300" fmla="*/ 2057479 h 3930092"/>
              <a:gd name="connsiteX16-2301" fmla="*/ 1055065 w 2736000"/>
              <a:gd name="connsiteY16-2302" fmla="*/ 2431585 h 3930092"/>
              <a:gd name="connsiteX17-2303" fmla="*/ 539378 w 2736000"/>
              <a:gd name="connsiteY17-2304" fmla="*/ 3468615 h 3930092"/>
              <a:gd name="connsiteX18-2305" fmla="*/ 539378 w 2736000"/>
              <a:gd name="connsiteY18-2306" fmla="*/ 3604591 h 3930092"/>
              <a:gd name="connsiteX19-2307" fmla="*/ 2196077 w 2736000"/>
              <a:gd name="connsiteY19-2308" fmla="*/ 3604591 h 3930092"/>
              <a:gd name="connsiteX20-2309" fmla="*/ 2196077 w 2736000"/>
              <a:gd name="connsiteY20-2310" fmla="*/ 3468615 h 3930092"/>
              <a:gd name="connsiteX21-2311" fmla="*/ 1695313 w 2736000"/>
              <a:gd name="connsiteY21-2312" fmla="*/ 2440912 h 3930092"/>
              <a:gd name="connsiteX22-2313" fmla="*/ 1617547 w 2736000"/>
              <a:gd name="connsiteY22-2314" fmla="*/ 2049252 h 3930092"/>
              <a:gd name="connsiteX23-2315" fmla="*/ 1719395 w 2736000"/>
              <a:gd name="connsiteY23-2316" fmla="*/ 1540961 h 3930092"/>
              <a:gd name="connsiteX24-2317" fmla="*/ 2207952 w 2736000"/>
              <a:gd name="connsiteY24-2318" fmla="*/ 449580 h 3930092"/>
              <a:gd name="connsiteX25-2319" fmla="*/ 2207952 w 2736000"/>
              <a:gd name="connsiteY25-2320" fmla="*/ 299874 h 3930092"/>
              <a:gd name="connsiteX26-2321" fmla="*/ 516625 w 2736000"/>
              <a:gd name="connsiteY26-2322" fmla="*/ 299874 h 3930092"/>
              <a:gd name="connsiteX27-2323" fmla="*/ 144000 w 2736000"/>
              <a:gd name="connsiteY27-2324" fmla="*/ 0 h 3930092"/>
              <a:gd name="connsiteX28-2325" fmla="*/ 2592000 w 2736000"/>
              <a:gd name="connsiteY28-2326" fmla="*/ 0 h 3930092"/>
              <a:gd name="connsiteX29-2327" fmla="*/ 2736000 w 2736000"/>
              <a:gd name="connsiteY29-2328" fmla="*/ 144000 h 3930092"/>
              <a:gd name="connsiteX30-2329" fmla="*/ 2592000 w 2736000"/>
              <a:gd name="connsiteY30-2330" fmla="*/ 288000 h 3930092"/>
              <a:gd name="connsiteX31-2331" fmla="*/ 2396702 w 2736000"/>
              <a:gd name="connsiteY31-2332" fmla="*/ 288000 h 3930092"/>
              <a:gd name="connsiteX32-2333" fmla="*/ 2396702 w 2736000"/>
              <a:gd name="connsiteY32-2334" fmla="*/ 413234 h 3930092"/>
              <a:gd name="connsiteX33-2335" fmla="*/ 1815389 w 2736000"/>
              <a:gd name="connsiteY33-2336" fmla="*/ 1665324 h 3930092"/>
              <a:gd name="connsiteX34-2337" fmla="*/ 1753098 w 2736000"/>
              <a:gd name="connsiteY34-2338" fmla="*/ 1974987 h 3930092"/>
              <a:gd name="connsiteX35-2339" fmla="*/ 1825752 w 2736000"/>
              <a:gd name="connsiteY35-2340" fmla="*/ 2312143 h 3930092"/>
              <a:gd name="connsiteX36-2341" fmla="*/ 2395980 w 2736000"/>
              <a:gd name="connsiteY36-2342" fmla="*/ 3557007 h 3930092"/>
              <a:gd name="connsiteX37-2343" fmla="*/ 2395980 w 2736000"/>
              <a:gd name="connsiteY37-2344" fmla="*/ 3642092 h 3930092"/>
              <a:gd name="connsiteX38-2345" fmla="*/ 2592000 w 2736000"/>
              <a:gd name="connsiteY38-2346" fmla="*/ 3642092 h 3930092"/>
              <a:gd name="connsiteX39-2347" fmla="*/ 2736000 w 2736000"/>
              <a:gd name="connsiteY39-2348" fmla="*/ 3786092 h 3930092"/>
              <a:gd name="connsiteX40-2349" fmla="*/ 2592000 w 2736000"/>
              <a:gd name="connsiteY40-2350" fmla="*/ 3930092 h 3930092"/>
              <a:gd name="connsiteX41-2351" fmla="*/ 144000 w 2736000"/>
              <a:gd name="connsiteY41-2352" fmla="*/ 3930092 h 3930092"/>
              <a:gd name="connsiteX42-2353" fmla="*/ 0 w 2736000"/>
              <a:gd name="connsiteY42-2354" fmla="*/ 3786092 h 3930092"/>
              <a:gd name="connsiteX43-2355" fmla="*/ 144000 w 2736000"/>
              <a:gd name="connsiteY43-2356" fmla="*/ 3642092 h 3930092"/>
              <a:gd name="connsiteX44-2357" fmla="*/ 338578 w 2736000"/>
              <a:gd name="connsiteY44-2358" fmla="*/ 3642092 h 3930092"/>
              <a:gd name="connsiteX45-2359" fmla="*/ 338578 w 2736000"/>
              <a:gd name="connsiteY45-2360" fmla="*/ 3557007 h 3930092"/>
              <a:gd name="connsiteX46-2361" fmla="*/ 951672 w 2736000"/>
              <a:gd name="connsiteY46-2362" fmla="*/ 2284199 h 3930092"/>
              <a:gd name="connsiteX47-2363" fmla="*/ 1012216 w 2736000"/>
              <a:gd name="connsiteY47-2364" fmla="*/ 1995181 h 3930092"/>
              <a:gd name="connsiteX48-2365" fmla="*/ 943195 w 2736000"/>
              <a:gd name="connsiteY48-2366" fmla="*/ 1693402 h 3930092"/>
              <a:gd name="connsiteX49-2367" fmla="*/ 339300 w 2736000"/>
              <a:gd name="connsiteY49-2368" fmla="*/ 413234 h 3930092"/>
              <a:gd name="connsiteX50-2369" fmla="*/ 339300 w 2736000"/>
              <a:gd name="connsiteY50-2370" fmla="*/ 288000 h 3930092"/>
              <a:gd name="connsiteX51-2371" fmla="*/ 144000 w 2736000"/>
              <a:gd name="connsiteY51-2372" fmla="*/ 288000 h 3930092"/>
              <a:gd name="connsiteX52-2373" fmla="*/ 0 w 2736000"/>
              <a:gd name="connsiteY52-2374" fmla="*/ 144000 h 3930092"/>
              <a:gd name="connsiteX53-2375" fmla="*/ 144000 w 2736000"/>
              <a:gd name="connsiteY53-2376" fmla="*/ 0 h 3930092"/>
              <a:gd name="connsiteX0-2377" fmla="*/ 1379552 w 2736000"/>
              <a:gd name="connsiteY0-2378" fmla="*/ 2418044 h 3930092"/>
              <a:gd name="connsiteX1-2379" fmla="*/ 1578778 w 2736000"/>
              <a:gd name="connsiteY1-2380" fmla="*/ 2576692 h 3930092"/>
              <a:gd name="connsiteX2-2381" fmla="*/ 2088000 w 2736000"/>
              <a:gd name="connsiteY2-2382" fmla="*/ 3520946 h 3930092"/>
              <a:gd name="connsiteX3-2383" fmla="*/ 648080 w 2736000"/>
              <a:gd name="connsiteY3-2384" fmla="*/ 3506285 h 3930092"/>
              <a:gd name="connsiteX4-2385" fmla="*/ 1182763 w 2736000"/>
              <a:gd name="connsiteY4-2386" fmla="*/ 2571640 h 3930092"/>
              <a:gd name="connsiteX5-2387" fmla="*/ 1379552 w 2736000"/>
              <a:gd name="connsiteY5-2388" fmla="*/ 2418044 h 3930092"/>
              <a:gd name="connsiteX6-2389" fmla="*/ 648003 w 2736000"/>
              <a:gd name="connsiteY6-2390" fmla="*/ 793859 h 3930092"/>
              <a:gd name="connsiteX7-2391" fmla="*/ 2087849 w 2736000"/>
              <a:gd name="connsiteY7-2392" fmla="*/ 808518 h 3930092"/>
              <a:gd name="connsiteX8-2393" fmla="*/ 1641214 w 2736000"/>
              <a:gd name="connsiteY8-2394" fmla="*/ 1449982 h 3930092"/>
              <a:gd name="connsiteX9-2395" fmla="*/ 1368003 w 2736000"/>
              <a:gd name="connsiteY9-2396" fmla="*/ 1937706 h 3930092"/>
              <a:gd name="connsiteX10-2397" fmla="*/ 1094068 w 2736000"/>
              <a:gd name="connsiteY10-2398" fmla="*/ 1448735 h 3930092"/>
              <a:gd name="connsiteX11-2399" fmla="*/ 648003 w 2736000"/>
              <a:gd name="connsiteY11-2400" fmla="*/ 793859 h 3930092"/>
              <a:gd name="connsiteX12-2401" fmla="*/ 516625 w 2736000"/>
              <a:gd name="connsiteY12-2402" fmla="*/ 299874 h 3930092"/>
              <a:gd name="connsiteX13-2403" fmla="*/ 516625 w 2736000"/>
              <a:gd name="connsiteY13-2404" fmla="*/ 449580 h 3930092"/>
              <a:gd name="connsiteX14-2405" fmla="*/ 1029987 w 2736000"/>
              <a:gd name="connsiteY14-2406" fmla="*/ 1557992 h 3930092"/>
              <a:gd name="connsiteX15-2407" fmla="*/ 1146996 w 2736000"/>
              <a:gd name="connsiteY15-2408" fmla="*/ 2057479 h 3930092"/>
              <a:gd name="connsiteX16-2409" fmla="*/ 1055065 w 2736000"/>
              <a:gd name="connsiteY16-2410" fmla="*/ 2431585 h 3930092"/>
              <a:gd name="connsiteX17-2411" fmla="*/ 539378 w 2736000"/>
              <a:gd name="connsiteY17-2412" fmla="*/ 3468615 h 3930092"/>
              <a:gd name="connsiteX18-2413" fmla="*/ 539378 w 2736000"/>
              <a:gd name="connsiteY18-2414" fmla="*/ 3604591 h 3930092"/>
              <a:gd name="connsiteX19-2415" fmla="*/ 2196077 w 2736000"/>
              <a:gd name="connsiteY19-2416" fmla="*/ 3604591 h 3930092"/>
              <a:gd name="connsiteX20-2417" fmla="*/ 2196077 w 2736000"/>
              <a:gd name="connsiteY20-2418" fmla="*/ 3468615 h 3930092"/>
              <a:gd name="connsiteX21-2419" fmla="*/ 1695313 w 2736000"/>
              <a:gd name="connsiteY21-2420" fmla="*/ 2440912 h 3930092"/>
              <a:gd name="connsiteX22-2421" fmla="*/ 1617547 w 2736000"/>
              <a:gd name="connsiteY22-2422" fmla="*/ 2049252 h 3930092"/>
              <a:gd name="connsiteX23-2423" fmla="*/ 1719395 w 2736000"/>
              <a:gd name="connsiteY23-2424" fmla="*/ 1540961 h 3930092"/>
              <a:gd name="connsiteX24-2425" fmla="*/ 2207952 w 2736000"/>
              <a:gd name="connsiteY24-2426" fmla="*/ 449580 h 3930092"/>
              <a:gd name="connsiteX25-2427" fmla="*/ 2207952 w 2736000"/>
              <a:gd name="connsiteY25-2428" fmla="*/ 299874 h 3930092"/>
              <a:gd name="connsiteX26-2429" fmla="*/ 516625 w 2736000"/>
              <a:gd name="connsiteY26-2430" fmla="*/ 299874 h 3930092"/>
              <a:gd name="connsiteX27-2431" fmla="*/ 144000 w 2736000"/>
              <a:gd name="connsiteY27-2432" fmla="*/ 0 h 3930092"/>
              <a:gd name="connsiteX28-2433" fmla="*/ 2592000 w 2736000"/>
              <a:gd name="connsiteY28-2434" fmla="*/ 0 h 3930092"/>
              <a:gd name="connsiteX29-2435" fmla="*/ 2736000 w 2736000"/>
              <a:gd name="connsiteY29-2436" fmla="*/ 144000 h 3930092"/>
              <a:gd name="connsiteX30-2437" fmla="*/ 2592000 w 2736000"/>
              <a:gd name="connsiteY30-2438" fmla="*/ 288000 h 3930092"/>
              <a:gd name="connsiteX31-2439" fmla="*/ 2396702 w 2736000"/>
              <a:gd name="connsiteY31-2440" fmla="*/ 288000 h 3930092"/>
              <a:gd name="connsiteX32-2441" fmla="*/ 2396702 w 2736000"/>
              <a:gd name="connsiteY32-2442" fmla="*/ 413234 h 3930092"/>
              <a:gd name="connsiteX33-2443" fmla="*/ 1815389 w 2736000"/>
              <a:gd name="connsiteY33-2444" fmla="*/ 1665324 h 3930092"/>
              <a:gd name="connsiteX34-2445" fmla="*/ 1753098 w 2736000"/>
              <a:gd name="connsiteY34-2446" fmla="*/ 1974987 h 3930092"/>
              <a:gd name="connsiteX35-2447" fmla="*/ 1825752 w 2736000"/>
              <a:gd name="connsiteY35-2448" fmla="*/ 2312143 h 3930092"/>
              <a:gd name="connsiteX36-2449" fmla="*/ 2395980 w 2736000"/>
              <a:gd name="connsiteY36-2450" fmla="*/ 3557007 h 3930092"/>
              <a:gd name="connsiteX37-2451" fmla="*/ 2395980 w 2736000"/>
              <a:gd name="connsiteY37-2452" fmla="*/ 3642092 h 3930092"/>
              <a:gd name="connsiteX38-2453" fmla="*/ 2592000 w 2736000"/>
              <a:gd name="connsiteY38-2454" fmla="*/ 3642092 h 3930092"/>
              <a:gd name="connsiteX39-2455" fmla="*/ 2736000 w 2736000"/>
              <a:gd name="connsiteY39-2456" fmla="*/ 3786092 h 3930092"/>
              <a:gd name="connsiteX40-2457" fmla="*/ 2592000 w 2736000"/>
              <a:gd name="connsiteY40-2458" fmla="*/ 3930092 h 3930092"/>
              <a:gd name="connsiteX41-2459" fmla="*/ 144000 w 2736000"/>
              <a:gd name="connsiteY41-2460" fmla="*/ 3930092 h 3930092"/>
              <a:gd name="connsiteX42-2461" fmla="*/ 0 w 2736000"/>
              <a:gd name="connsiteY42-2462" fmla="*/ 3786092 h 3930092"/>
              <a:gd name="connsiteX43-2463" fmla="*/ 144000 w 2736000"/>
              <a:gd name="connsiteY43-2464" fmla="*/ 3642092 h 3930092"/>
              <a:gd name="connsiteX44-2465" fmla="*/ 338578 w 2736000"/>
              <a:gd name="connsiteY44-2466" fmla="*/ 3642092 h 3930092"/>
              <a:gd name="connsiteX45-2467" fmla="*/ 338578 w 2736000"/>
              <a:gd name="connsiteY45-2468" fmla="*/ 3557007 h 3930092"/>
              <a:gd name="connsiteX46-2469" fmla="*/ 951672 w 2736000"/>
              <a:gd name="connsiteY46-2470" fmla="*/ 2284199 h 3930092"/>
              <a:gd name="connsiteX47-2471" fmla="*/ 1012216 w 2736000"/>
              <a:gd name="connsiteY47-2472" fmla="*/ 1995181 h 3930092"/>
              <a:gd name="connsiteX48-2473" fmla="*/ 943195 w 2736000"/>
              <a:gd name="connsiteY48-2474" fmla="*/ 1693402 h 3930092"/>
              <a:gd name="connsiteX49-2475" fmla="*/ 339300 w 2736000"/>
              <a:gd name="connsiteY49-2476" fmla="*/ 413234 h 3930092"/>
              <a:gd name="connsiteX50-2477" fmla="*/ 339300 w 2736000"/>
              <a:gd name="connsiteY50-2478" fmla="*/ 288000 h 3930092"/>
              <a:gd name="connsiteX51-2479" fmla="*/ 144000 w 2736000"/>
              <a:gd name="connsiteY51-2480" fmla="*/ 288000 h 3930092"/>
              <a:gd name="connsiteX52-2481" fmla="*/ 0 w 2736000"/>
              <a:gd name="connsiteY52-2482" fmla="*/ 144000 h 3930092"/>
              <a:gd name="connsiteX53-2483" fmla="*/ 144000 w 2736000"/>
              <a:gd name="connsiteY53-2484" fmla="*/ 0 h 3930092"/>
              <a:gd name="connsiteX0-2485" fmla="*/ 1379552 w 2736000"/>
              <a:gd name="connsiteY0-2486" fmla="*/ 2418044 h 3930092"/>
              <a:gd name="connsiteX1-2487" fmla="*/ 1563436 w 2736000"/>
              <a:gd name="connsiteY1-2488" fmla="*/ 2564418 h 3930092"/>
              <a:gd name="connsiteX2-2489" fmla="*/ 2088000 w 2736000"/>
              <a:gd name="connsiteY2-2490" fmla="*/ 3520946 h 3930092"/>
              <a:gd name="connsiteX3-2491" fmla="*/ 648080 w 2736000"/>
              <a:gd name="connsiteY3-2492" fmla="*/ 3506285 h 3930092"/>
              <a:gd name="connsiteX4-2493" fmla="*/ 1182763 w 2736000"/>
              <a:gd name="connsiteY4-2494" fmla="*/ 2571640 h 3930092"/>
              <a:gd name="connsiteX5-2495" fmla="*/ 1379552 w 2736000"/>
              <a:gd name="connsiteY5-2496" fmla="*/ 2418044 h 3930092"/>
              <a:gd name="connsiteX6-2497" fmla="*/ 648003 w 2736000"/>
              <a:gd name="connsiteY6-2498" fmla="*/ 793859 h 3930092"/>
              <a:gd name="connsiteX7-2499" fmla="*/ 2087849 w 2736000"/>
              <a:gd name="connsiteY7-2500" fmla="*/ 808518 h 3930092"/>
              <a:gd name="connsiteX8-2501" fmla="*/ 1641214 w 2736000"/>
              <a:gd name="connsiteY8-2502" fmla="*/ 1449982 h 3930092"/>
              <a:gd name="connsiteX9-2503" fmla="*/ 1368003 w 2736000"/>
              <a:gd name="connsiteY9-2504" fmla="*/ 1937706 h 3930092"/>
              <a:gd name="connsiteX10-2505" fmla="*/ 1094068 w 2736000"/>
              <a:gd name="connsiteY10-2506" fmla="*/ 1448735 h 3930092"/>
              <a:gd name="connsiteX11-2507" fmla="*/ 648003 w 2736000"/>
              <a:gd name="connsiteY11-2508" fmla="*/ 793859 h 3930092"/>
              <a:gd name="connsiteX12-2509" fmla="*/ 516625 w 2736000"/>
              <a:gd name="connsiteY12-2510" fmla="*/ 299874 h 3930092"/>
              <a:gd name="connsiteX13-2511" fmla="*/ 516625 w 2736000"/>
              <a:gd name="connsiteY13-2512" fmla="*/ 449580 h 3930092"/>
              <a:gd name="connsiteX14-2513" fmla="*/ 1029987 w 2736000"/>
              <a:gd name="connsiteY14-2514" fmla="*/ 1557992 h 3930092"/>
              <a:gd name="connsiteX15-2515" fmla="*/ 1146996 w 2736000"/>
              <a:gd name="connsiteY15-2516" fmla="*/ 2057479 h 3930092"/>
              <a:gd name="connsiteX16-2517" fmla="*/ 1055065 w 2736000"/>
              <a:gd name="connsiteY16-2518" fmla="*/ 2431585 h 3930092"/>
              <a:gd name="connsiteX17-2519" fmla="*/ 539378 w 2736000"/>
              <a:gd name="connsiteY17-2520" fmla="*/ 3468615 h 3930092"/>
              <a:gd name="connsiteX18-2521" fmla="*/ 539378 w 2736000"/>
              <a:gd name="connsiteY18-2522" fmla="*/ 3604591 h 3930092"/>
              <a:gd name="connsiteX19-2523" fmla="*/ 2196077 w 2736000"/>
              <a:gd name="connsiteY19-2524" fmla="*/ 3604591 h 3930092"/>
              <a:gd name="connsiteX20-2525" fmla="*/ 2196077 w 2736000"/>
              <a:gd name="connsiteY20-2526" fmla="*/ 3468615 h 3930092"/>
              <a:gd name="connsiteX21-2527" fmla="*/ 1695313 w 2736000"/>
              <a:gd name="connsiteY21-2528" fmla="*/ 2440912 h 3930092"/>
              <a:gd name="connsiteX22-2529" fmla="*/ 1617547 w 2736000"/>
              <a:gd name="connsiteY22-2530" fmla="*/ 2049252 h 3930092"/>
              <a:gd name="connsiteX23-2531" fmla="*/ 1719395 w 2736000"/>
              <a:gd name="connsiteY23-2532" fmla="*/ 1540961 h 3930092"/>
              <a:gd name="connsiteX24-2533" fmla="*/ 2207952 w 2736000"/>
              <a:gd name="connsiteY24-2534" fmla="*/ 449580 h 3930092"/>
              <a:gd name="connsiteX25-2535" fmla="*/ 2207952 w 2736000"/>
              <a:gd name="connsiteY25-2536" fmla="*/ 299874 h 3930092"/>
              <a:gd name="connsiteX26-2537" fmla="*/ 516625 w 2736000"/>
              <a:gd name="connsiteY26-2538" fmla="*/ 299874 h 3930092"/>
              <a:gd name="connsiteX27-2539" fmla="*/ 144000 w 2736000"/>
              <a:gd name="connsiteY27-2540" fmla="*/ 0 h 3930092"/>
              <a:gd name="connsiteX28-2541" fmla="*/ 2592000 w 2736000"/>
              <a:gd name="connsiteY28-2542" fmla="*/ 0 h 3930092"/>
              <a:gd name="connsiteX29-2543" fmla="*/ 2736000 w 2736000"/>
              <a:gd name="connsiteY29-2544" fmla="*/ 144000 h 3930092"/>
              <a:gd name="connsiteX30-2545" fmla="*/ 2592000 w 2736000"/>
              <a:gd name="connsiteY30-2546" fmla="*/ 288000 h 3930092"/>
              <a:gd name="connsiteX31-2547" fmla="*/ 2396702 w 2736000"/>
              <a:gd name="connsiteY31-2548" fmla="*/ 288000 h 3930092"/>
              <a:gd name="connsiteX32-2549" fmla="*/ 2396702 w 2736000"/>
              <a:gd name="connsiteY32-2550" fmla="*/ 413234 h 3930092"/>
              <a:gd name="connsiteX33-2551" fmla="*/ 1815389 w 2736000"/>
              <a:gd name="connsiteY33-2552" fmla="*/ 1665324 h 3930092"/>
              <a:gd name="connsiteX34-2553" fmla="*/ 1753098 w 2736000"/>
              <a:gd name="connsiteY34-2554" fmla="*/ 1974987 h 3930092"/>
              <a:gd name="connsiteX35-2555" fmla="*/ 1825752 w 2736000"/>
              <a:gd name="connsiteY35-2556" fmla="*/ 2312143 h 3930092"/>
              <a:gd name="connsiteX36-2557" fmla="*/ 2395980 w 2736000"/>
              <a:gd name="connsiteY36-2558" fmla="*/ 3557007 h 3930092"/>
              <a:gd name="connsiteX37-2559" fmla="*/ 2395980 w 2736000"/>
              <a:gd name="connsiteY37-2560" fmla="*/ 3642092 h 3930092"/>
              <a:gd name="connsiteX38-2561" fmla="*/ 2592000 w 2736000"/>
              <a:gd name="connsiteY38-2562" fmla="*/ 3642092 h 3930092"/>
              <a:gd name="connsiteX39-2563" fmla="*/ 2736000 w 2736000"/>
              <a:gd name="connsiteY39-2564" fmla="*/ 3786092 h 3930092"/>
              <a:gd name="connsiteX40-2565" fmla="*/ 2592000 w 2736000"/>
              <a:gd name="connsiteY40-2566" fmla="*/ 3930092 h 3930092"/>
              <a:gd name="connsiteX41-2567" fmla="*/ 144000 w 2736000"/>
              <a:gd name="connsiteY41-2568" fmla="*/ 3930092 h 3930092"/>
              <a:gd name="connsiteX42-2569" fmla="*/ 0 w 2736000"/>
              <a:gd name="connsiteY42-2570" fmla="*/ 3786092 h 3930092"/>
              <a:gd name="connsiteX43-2571" fmla="*/ 144000 w 2736000"/>
              <a:gd name="connsiteY43-2572" fmla="*/ 3642092 h 3930092"/>
              <a:gd name="connsiteX44-2573" fmla="*/ 338578 w 2736000"/>
              <a:gd name="connsiteY44-2574" fmla="*/ 3642092 h 3930092"/>
              <a:gd name="connsiteX45-2575" fmla="*/ 338578 w 2736000"/>
              <a:gd name="connsiteY45-2576" fmla="*/ 3557007 h 3930092"/>
              <a:gd name="connsiteX46-2577" fmla="*/ 951672 w 2736000"/>
              <a:gd name="connsiteY46-2578" fmla="*/ 2284199 h 3930092"/>
              <a:gd name="connsiteX47-2579" fmla="*/ 1012216 w 2736000"/>
              <a:gd name="connsiteY47-2580" fmla="*/ 1995181 h 3930092"/>
              <a:gd name="connsiteX48-2581" fmla="*/ 943195 w 2736000"/>
              <a:gd name="connsiteY48-2582" fmla="*/ 1693402 h 3930092"/>
              <a:gd name="connsiteX49-2583" fmla="*/ 339300 w 2736000"/>
              <a:gd name="connsiteY49-2584" fmla="*/ 413234 h 3930092"/>
              <a:gd name="connsiteX50-2585" fmla="*/ 339300 w 2736000"/>
              <a:gd name="connsiteY50-2586" fmla="*/ 288000 h 3930092"/>
              <a:gd name="connsiteX51-2587" fmla="*/ 144000 w 2736000"/>
              <a:gd name="connsiteY51-2588" fmla="*/ 288000 h 3930092"/>
              <a:gd name="connsiteX52-2589" fmla="*/ 0 w 2736000"/>
              <a:gd name="connsiteY52-2590" fmla="*/ 144000 h 3930092"/>
              <a:gd name="connsiteX53-2591" fmla="*/ 144000 w 2736000"/>
              <a:gd name="connsiteY53-2592" fmla="*/ 0 h 3930092"/>
              <a:gd name="connsiteX0-2593" fmla="*/ 1379552 w 2736000"/>
              <a:gd name="connsiteY0-2594" fmla="*/ 2418044 h 3930092"/>
              <a:gd name="connsiteX1-2595" fmla="*/ 1554231 w 2736000"/>
              <a:gd name="connsiteY1-2596" fmla="*/ 2552144 h 3930092"/>
              <a:gd name="connsiteX2-2597" fmla="*/ 2088000 w 2736000"/>
              <a:gd name="connsiteY2-2598" fmla="*/ 3520946 h 3930092"/>
              <a:gd name="connsiteX3-2599" fmla="*/ 648080 w 2736000"/>
              <a:gd name="connsiteY3-2600" fmla="*/ 3506285 h 3930092"/>
              <a:gd name="connsiteX4-2601" fmla="*/ 1182763 w 2736000"/>
              <a:gd name="connsiteY4-2602" fmla="*/ 2571640 h 3930092"/>
              <a:gd name="connsiteX5-2603" fmla="*/ 1379552 w 2736000"/>
              <a:gd name="connsiteY5-2604" fmla="*/ 2418044 h 3930092"/>
              <a:gd name="connsiteX6-2605" fmla="*/ 648003 w 2736000"/>
              <a:gd name="connsiteY6-2606" fmla="*/ 793859 h 3930092"/>
              <a:gd name="connsiteX7-2607" fmla="*/ 2087849 w 2736000"/>
              <a:gd name="connsiteY7-2608" fmla="*/ 808518 h 3930092"/>
              <a:gd name="connsiteX8-2609" fmla="*/ 1641214 w 2736000"/>
              <a:gd name="connsiteY8-2610" fmla="*/ 1449982 h 3930092"/>
              <a:gd name="connsiteX9-2611" fmla="*/ 1368003 w 2736000"/>
              <a:gd name="connsiteY9-2612" fmla="*/ 1937706 h 3930092"/>
              <a:gd name="connsiteX10-2613" fmla="*/ 1094068 w 2736000"/>
              <a:gd name="connsiteY10-2614" fmla="*/ 1448735 h 3930092"/>
              <a:gd name="connsiteX11-2615" fmla="*/ 648003 w 2736000"/>
              <a:gd name="connsiteY11-2616" fmla="*/ 793859 h 3930092"/>
              <a:gd name="connsiteX12-2617" fmla="*/ 516625 w 2736000"/>
              <a:gd name="connsiteY12-2618" fmla="*/ 299874 h 3930092"/>
              <a:gd name="connsiteX13-2619" fmla="*/ 516625 w 2736000"/>
              <a:gd name="connsiteY13-2620" fmla="*/ 449580 h 3930092"/>
              <a:gd name="connsiteX14-2621" fmla="*/ 1029987 w 2736000"/>
              <a:gd name="connsiteY14-2622" fmla="*/ 1557992 h 3930092"/>
              <a:gd name="connsiteX15-2623" fmla="*/ 1146996 w 2736000"/>
              <a:gd name="connsiteY15-2624" fmla="*/ 2057479 h 3930092"/>
              <a:gd name="connsiteX16-2625" fmla="*/ 1055065 w 2736000"/>
              <a:gd name="connsiteY16-2626" fmla="*/ 2431585 h 3930092"/>
              <a:gd name="connsiteX17-2627" fmla="*/ 539378 w 2736000"/>
              <a:gd name="connsiteY17-2628" fmla="*/ 3468615 h 3930092"/>
              <a:gd name="connsiteX18-2629" fmla="*/ 539378 w 2736000"/>
              <a:gd name="connsiteY18-2630" fmla="*/ 3604591 h 3930092"/>
              <a:gd name="connsiteX19-2631" fmla="*/ 2196077 w 2736000"/>
              <a:gd name="connsiteY19-2632" fmla="*/ 3604591 h 3930092"/>
              <a:gd name="connsiteX20-2633" fmla="*/ 2196077 w 2736000"/>
              <a:gd name="connsiteY20-2634" fmla="*/ 3468615 h 3930092"/>
              <a:gd name="connsiteX21-2635" fmla="*/ 1695313 w 2736000"/>
              <a:gd name="connsiteY21-2636" fmla="*/ 2440912 h 3930092"/>
              <a:gd name="connsiteX22-2637" fmla="*/ 1617547 w 2736000"/>
              <a:gd name="connsiteY22-2638" fmla="*/ 2049252 h 3930092"/>
              <a:gd name="connsiteX23-2639" fmla="*/ 1719395 w 2736000"/>
              <a:gd name="connsiteY23-2640" fmla="*/ 1540961 h 3930092"/>
              <a:gd name="connsiteX24-2641" fmla="*/ 2207952 w 2736000"/>
              <a:gd name="connsiteY24-2642" fmla="*/ 449580 h 3930092"/>
              <a:gd name="connsiteX25-2643" fmla="*/ 2207952 w 2736000"/>
              <a:gd name="connsiteY25-2644" fmla="*/ 299874 h 3930092"/>
              <a:gd name="connsiteX26-2645" fmla="*/ 516625 w 2736000"/>
              <a:gd name="connsiteY26-2646" fmla="*/ 299874 h 3930092"/>
              <a:gd name="connsiteX27-2647" fmla="*/ 144000 w 2736000"/>
              <a:gd name="connsiteY27-2648" fmla="*/ 0 h 3930092"/>
              <a:gd name="connsiteX28-2649" fmla="*/ 2592000 w 2736000"/>
              <a:gd name="connsiteY28-2650" fmla="*/ 0 h 3930092"/>
              <a:gd name="connsiteX29-2651" fmla="*/ 2736000 w 2736000"/>
              <a:gd name="connsiteY29-2652" fmla="*/ 144000 h 3930092"/>
              <a:gd name="connsiteX30-2653" fmla="*/ 2592000 w 2736000"/>
              <a:gd name="connsiteY30-2654" fmla="*/ 288000 h 3930092"/>
              <a:gd name="connsiteX31-2655" fmla="*/ 2396702 w 2736000"/>
              <a:gd name="connsiteY31-2656" fmla="*/ 288000 h 3930092"/>
              <a:gd name="connsiteX32-2657" fmla="*/ 2396702 w 2736000"/>
              <a:gd name="connsiteY32-2658" fmla="*/ 413234 h 3930092"/>
              <a:gd name="connsiteX33-2659" fmla="*/ 1815389 w 2736000"/>
              <a:gd name="connsiteY33-2660" fmla="*/ 1665324 h 3930092"/>
              <a:gd name="connsiteX34-2661" fmla="*/ 1753098 w 2736000"/>
              <a:gd name="connsiteY34-2662" fmla="*/ 1974987 h 3930092"/>
              <a:gd name="connsiteX35-2663" fmla="*/ 1825752 w 2736000"/>
              <a:gd name="connsiteY35-2664" fmla="*/ 2312143 h 3930092"/>
              <a:gd name="connsiteX36-2665" fmla="*/ 2395980 w 2736000"/>
              <a:gd name="connsiteY36-2666" fmla="*/ 3557007 h 3930092"/>
              <a:gd name="connsiteX37-2667" fmla="*/ 2395980 w 2736000"/>
              <a:gd name="connsiteY37-2668" fmla="*/ 3642092 h 3930092"/>
              <a:gd name="connsiteX38-2669" fmla="*/ 2592000 w 2736000"/>
              <a:gd name="connsiteY38-2670" fmla="*/ 3642092 h 3930092"/>
              <a:gd name="connsiteX39-2671" fmla="*/ 2736000 w 2736000"/>
              <a:gd name="connsiteY39-2672" fmla="*/ 3786092 h 3930092"/>
              <a:gd name="connsiteX40-2673" fmla="*/ 2592000 w 2736000"/>
              <a:gd name="connsiteY40-2674" fmla="*/ 3930092 h 3930092"/>
              <a:gd name="connsiteX41-2675" fmla="*/ 144000 w 2736000"/>
              <a:gd name="connsiteY41-2676" fmla="*/ 3930092 h 3930092"/>
              <a:gd name="connsiteX42-2677" fmla="*/ 0 w 2736000"/>
              <a:gd name="connsiteY42-2678" fmla="*/ 3786092 h 3930092"/>
              <a:gd name="connsiteX43-2679" fmla="*/ 144000 w 2736000"/>
              <a:gd name="connsiteY43-2680" fmla="*/ 3642092 h 3930092"/>
              <a:gd name="connsiteX44-2681" fmla="*/ 338578 w 2736000"/>
              <a:gd name="connsiteY44-2682" fmla="*/ 3642092 h 3930092"/>
              <a:gd name="connsiteX45-2683" fmla="*/ 338578 w 2736000"/>
              <a:gd name="connsiteY45-2684" fmla="*/ 3557007 h 3930092"/>
              <a:gd name="connsiteX46-2685" fmla="*/ 951672 w 2736000"/>
              <a:gd name="connsiteY46-2686" fmla="*/ 2284199 h 3930092"/>
              <a:gd name="connsiteX47-2687" fmla="*/ 1012216 w 2736000"/>
              <a:gd name="connsiteY47-2688" fmla="*/ 1995181 h 3930092"/>
              <a:gd name="connsiteX48-2689" fmla="*/ 943195 w 2736000"/>
              <a:gd name="connsiteY48-2690" fmla="*/ 1693402 h 3930092"/>
              <a:gd name="connsiteX49-2691" fmla="*/ 339300 w 2736000"/>
              <a:gd name="connsiteY49-2692" fmla="*/ 413234 h 3930092"/>
              <a:gd name="connsiteX50-2693" fmla="*/ 339300 w 2736000"/>
              <a:gd name="connsiteY50-2694" fmla="*/ 288000 h 3930092"/>
              <a:gd name="connsiteX51-2695" fmla="*/ 144000 w 2736000"/>
              <a:gd name="connsiteY51-2696" fmla="*/ 288000 h 3930092"/>
              <a:gd name="connsiteX52-2697" fmla="*/ 0 w 2736000"/>
              <a:gd name="connsiteY52-2698" fmla="*/ 144000 h 3930092"/>
              <a:gd name="connsiteX53-2699" fmla="*/ 144000 w 2736000"/>
              <a:gd name="connsiteY53-2700" fmla="*/ 0 h 3930092"/>
              <a:gd name="connsiteX0-2701" fmla="*/ 1379552 w 2736000"/>
              <a:gd name="connsiteY0-2702" fmla="*/ 2418044 h 3930092"/>
              <a:gd name="connsiteX1-2703" fmla="*/ 1554231 w 2736000"/>
              <a:gd name="connsiteY1-2704" fmla="*/ 2552144 h 3930092"/>
              <a:gd name="connsiteX2-2705" fmla="*/ 2088000 w 2736000"/>
              <a:gd name="connsiteY2-2706" fmla="*/ 3520946 h 3930092"/>
              <a:gd name="connsiteX3-2707" fmla="*/ 648080 w 2736000"/>
              <a:gd name="connsiteY3-2708" fmla="*/ 3506285 h 3930092"/>
              <a:gd name="connsiteX4-2709" fmla="*/ 1182763 w 2736000"/>
              <a:gd name="connsiteY4-2710" fmla="*/ 2571640 h 3930092"/>
              <a:gd name="connsiteX5-2711" fmla="*/ 1379552 w 2736000"/>
              <a:gd name="connsiteY5-2712" fmla="*/ 2418044 h 3930092"/>
              <a:gd name="connsiteX6-2713" fmla="*/ 648003 w 2736000"/>
              <a:gd name="connsiteY6-2714" fmla="*/ 793859 h 3930092"/>
              <a:gd name="connsiteX7-2715" fmla="*/ 2087849 w 2736000"/>
              <a:gd name="connsiteY7-2716" fmla="*/ 808518 h 3930092"/>
              <a:gd name="connsiteX8-2717" fmla="*/ 1641214 w 2736000"/>
              <a:gd name="connsiteY8-2718" fmla="*/ 1449982 h 3930092"/>
              <a:gd name="connsiteX9-2719" fmla="*/ 1368003 w 2736000"/>
              <a:gd name="connsiteY9-2720" fmla="*/ 1937706 h 3930092"/>
              <a:gd name="connsiteX10-2721" fmla="*/ 1094068 w 2736000"/>
              <a:gd name="connsiteY10-2722" fmla="*/ 1448735 h 3930092"/>
              <a:gd name="connsiteX11-2723" fmla="*/ 648003 w 2736000"/>
              <a:gd name="connsiteY11-2724" fmla="*/ 793859 h 3930092"/>
              <a:gd name="connsiteX12-2725" fmla="*/ 516625 w 2736000"/>
              <a:gd name="connsiteY12-2726" fmla="*/ 299874 h 3930092"/>
              <a:gd name="connsiteX13-2727" fmla="*/ 516625 w 2736000"/>
              <a:gd name="connsiteY13-2728" fmla="*/ 449580 h 3930092"/>
              <a:gd name="connsiteX14-2729" fmla="*/ 1029987 w 2736000"/>
              <a:gd name="connsiteY14-2730" fmla="*/ 1557992 h 3930092"/>
              <a:gd name="connsiteX15-2731" fmla="*/ 1146996 w 2736000"/>
              <a:gd name="connsiteY15-2732" fmla="*/ 2057479 h 3930092"/>
              <a:gd name="connsiteX16-2733" fmla="*/ 1055065 w 2736000"/>
              <a:gd name="connsiteY16-2734" fmla="*/ 2431585 h 3930092"/>
              <a:gd name="connsiteX17-2735" fmla="*/ 539378 w 2736000"/>
              <a:gd name="connsiteY17-2736" fmla="*/ 3468615 h 3930092"/>
              <a:gd name="connsiteX18-2737" fmla="*/ 539378 w 2736000"/>
              <a:gd name="connsiteY18-2738" fmla="*/ 3604591 h 3930092"/>
              <a:gd name="connsiteX19-2739" fmla="*/ 2196077 w 2736000"/>
              <a:gd name="connsiteY19-2740" fmla="*/ 3604591 h 3930092"/>
              <a:gd name="connsiteX20-2741" fmla="*/ 2196077 w 2736000"/>
              <a:gd name="connsiteY20-2742" fmla="*/ 3468615 h 3930092"/>
              <a:gd name="connsiteX21-2743" fmla="*/ 1695313 w 2736000"/>
              <a:gd name="connsiteY21-2744" fmla="*/ 2440912 h 3930092"/>
              <a:gd name="connsiteX22-2745" fmla="*/ 1617547 w 2736000"/>
              <a:gd name="connsiteY22-2746" fmla="*/ 2049252 h 3930092"/>
              <a:gd name="connsiteX23-2747" fmla="*/ 1719395 w 2736000"/>
              <a:gd name="connsiteY23-2748" fmla="*/ 1540961 h 3930092"/>
              <a:gd name="connsiteX24-2749" fmla="*/ 2207952 w 2736000"/>
              <a:gd name="connsiteY24-2750" fmla="*/ 449580 h 3930092"/>
              <a:gd name="connsiteX25-2751" fmla="*/ 2207952 w 2736000"/>
              <a:gd name="connsiteY25-2752" fmla="*/ 299874 h 3930092"/>
              <a:gd name="connsiteX26-2753" fmla="*/ 516625 w 2736000"/>
              <a:gd name="connsiteY26-2754" fmla="*/ 299874 h 3930092"/>
              <a:gd name="connsiteX27-2755" fmla="*/ 144000 w 2736000"/>
              <a:gd name="connsiteY27-2756" fmla="*/ 0 h 3930092"/>
              <a:gd name="connsiteX28-2757" fmla="*/ 2592000 w 2736000"/>
              <a:gd name="connsiteY28-2758" fmla="*/ 0 h 3930092"/>
              <a:gd name="connsiteX29-2759" fmla="*/ 2736000 w 2736000"/>
              <a:gd name="connsiteY29-2760" fmla="*/ 144000 h 3930092"/>
              <a:gd name="connsiteX30-2761" fmla="*/ 2592000 w 2736000"/>
              <a:gd name="connsiteY30-2762" fmla="*/ 288000 h 3930092"/>
              <a:gd name="connsiteX31-2763" fmla="*/ 2396702 w 2736000"/>
              <a:gd name="connsiteY31-2764" fmla="*/ 288000 h 3930092"/>
              <a:gd name="connsiteX32-2765" fmla="*/ 2396702 w 2736000"/>
              <a:gd name="connsiteY32-2766" fmla="*/ 413234 h 3930092"/>
              <a:gd name="connsiteX33-2767" fmla="*/ 1815389 w 2736000"/>
              <a:gd name="connsiteY33-2768" fmla="*/ 1665324 h 3930092"/>
              <a:gd name="connsiteX34-2769" fmla="*/ 1753098 w 2736000"/>
              <a:gd name="connsiteY34-2770" fmla="*/ 1974987 h 3930092"/>
              <a:gd name="connsiteX35-2771" fmla="*/ 1825752 w 2736000"/>
              <a:gd name="connsiteY35-2772" fmla="*/ 2312143 h 3930092"/>
              <a:gd name="connsiteX36-2773" fmla="*/ 2395980 w 2736000"/>
              <a:gd name="connsiteY36-2774" fmla="*/ 3557007 h 3930092"/>
              <a:gd name="connsiteX37-2775" fmla="*/ 2395980 w 2736000"/>
              <a:gd name="connsiteY37-2776" fmla="*/ 3642092 h 3930092"/>
              <a:gd name="connsiteX38-2777" fmla="*/ 2592000 w 2736000"/>
              <a:gd name="connsiteY38-2778" fmla="*/ 3642092 h 3930092"/>
              <a:gd name="connsiteX39-2779" fmla="*/ 2736000 w 2736000"/>
              <a:gd name="connsiteY39-2780" fmla="*/ 3786092 h 3930092"/>
              <a:gd name="connsiteX40-2781" fmla="*/ 2592000 w 2736000"/>
              <a:gd name="connsiteY40-2782" fmla="*/ 3930092 h 3930092"/>
              <a:gd name="connsiteX41-2783" fmla="*/ 144000 w 2736000"/>
              <a:gd name="connsiteY41-2784" fmla="*/ 3930092 h 3930092"/>
              <a:gd name="connsiteX42-2785" fmla="*/ 0 w 2736000"/>
              <a:gd name="connsiteY42-2786" fmla="*/ 3786092 h 3930092"/>
              <a:gd name="connsiteX43-2787" fmla="*/ 144000 w 2736000"/>
              <a:gd name="connsiteY43-2788" fmla="*/ 3642092 h 3930092"/>
              <a:gd name="connsiteX44-2789" fmla="*/ 338578 w 2736000"/>
              <a:gd name="connsiteY44-2790" fmla="*/ 3642092 h 3930092"/>
              <a:gd name="connsiteX45-2791" fmla="*/ 338578 w 2736000"/>
              <a:gd name="connsiteY45-2792" fmla="*/ 3557007 h 3930092"/>
              <a:gd name="connsiteX46-2793" fmla="*/ 951672 w 2736000"/>
              <a:gd name="connsiteY46-2794" fmla="*/ 2284199 h 3930092"/>
              <a:gd name="connsiteX47-2795" fmla="*/ 1012216 w 2736000"/>
              <a:gd name="connsiteY47-2796" fmla="*/ 1995181 h 3930092"/>
              <a:gd name="connsiteX48-2797" fmla="*/ 943195 w 2736000"/>
              <a:gd name="connsiteY48-2798" fmla="*/ 1693402 h 3930092"/>
              <a:gd name="connsiteX49-2799" fmla="*/ 339300 w 2736000"/>
              <a:gd name="connsiteY49-2800" fmla="*/ 413234 h 3930092"/>
              <a:gd name="connsiteX50-2801" fmla="*/ 339300 w 2736000"/>
              <a:gd name="connsiteY50-2802" fmla="*/ 288000 h 3930092"/>
              <a:gd name="connsiteX51-2803" fmla="*/ 144000 w 2736000"/>
              <a:gd name="connsiteY51-2804" fmla="*/ 288000 h 3930092"/>
              <a:gd name="connsiteX52-2805" fmla="*/ 0 w 2736000"/>
              <a:gd name="connsiteY52-2806" fmla="*/ 144000 h 3930092"/>
              <a:gd name="connsiteX53-2807" fmla="*/ 144000 w 2736000"/>
              <a:gd name="connsiteY53-2808" fmla="*/ 0 h 3930092"/>
              <a:gd name="connsiteX0-2809" fmla="*/ 1367278 w 2736000"/>
              <a:gd name="connsiteY0-2810" fmla="*/ 2418044 h 3930092"/>
              <a:gd name="connsiteX1-2811" fmla="*/ 1554231 w 2736000"/>
              <a:gd name="connsiteY1-2812" fmla="*/ 2552144 h 3930092"/>
              <a:gd name="connsiteX2-2813" fmla="*/ 2088000 w 2736000"/>
              <a:gd name="connsiteY2-2814" fmla="*/ 3520946 h 3930092"/>
              <a:gd name="connsiteX3-2815" fmla="*/ 648080 w 2736000"/>
              <a:gd name="connsiteY3-2816" fmla="*/ 3506285 h 3930092"/>
              <a:gd name="connsiteX4-2817" fmla="*/ 1182763 w 2736000"/>
              <a:gd name="connsiteY4-2818" fmla="*/ 2571640 h 3930092"/>
              <a:gd name="connsiteX5-2819" fmla="*/ 1367278 w 2736000"/>
              <a:gd name="connsiteY5-2820" fmla="*/ 2418044 h 3930092"/>
              <a:gd name="connsiteX6-2821" fmla="*/ 648003 w 2736000"/>
              <a:gd name="connsiteY6-2822" fmla="*/ 793859 h 3930092"/>
              <a:gd name="connsiteX7-2823" fmla="*/ 2087849 w 2736000"/>
              <a:gd name="connsiteY7-2824" fmla="*/ 808518 h 3930092"/>
              <a:gd name="connsiteX8-2825" fmla="*/ 1641214 w 2736000"/>
              <a:gd name="connsiteY8-2826" fmla="*/ 1449982 h 3930092"/>
              <a:gd name="connsiteX9-2827" fmla="*/ 1368003 w 2736000"/>
              <a:gd name="connsiteY9-2828" fmla="*/ 1937706 h 3930092"/>
              <a:gd name="connsiteX10-2829" fmla="*/ 1094068 w 2736000"/>
              <a:gd name="connsiteY10-2830" fmla="*/ 1448735 h 3930092"/>
              <a:gd name="connsiteX11-2831" fmla="*/ 648003 w 2736000"/>
              <a:gd name="connsiteY11-2832" fmla="*/ 793859 h 3930092"/>
              <a:gd name="connsiteX12-2833" fmla="*/ 516625 w 2736000"/>
              <a:gd name="connsiteY12-2834" fmla="*/ 299874 h 3930092"/>
              <a:gd name="connsiteX13-2835" fmla="*/ 516625 w 2736000"/>
              <a:gd name="connsiteY13-2836" fmla="*/ 449580 h 3930092"/>
              <a:gd name="connsiteX14-2837" fmla="*/ 1029987 w 2736000"/>
              <a:gd name="connsiteY14-2838" fmla="*/ 1557992 h 3930092"/>
              <a:gd name="connsiteX15-2839" fmla="*/ 1146996 w 2736000"/>
              <a:gd name="connsiteY15-2840" fmla="*/ 2057479 h 3930092"/>
              <a:gd name="connsiteX16-2841" fmla="*/ 1055065 w 2736000"/>
              <a:gd name="connsiteY16-2842" fmla="*/ 2431585 h 3930092"/>
              <a:gd name="connsiteX17-2843" fmla="*/ 539378 w 2736000"/>
              <a:gd name="connsiteY17-2844" fmla="*/ 3468615 h 3930092"/>
              <a:gd name="connsiteX18-2845" fmla="*/ 539378 w 2736000"/>
              <a:gd name="connsiteY18-2846" fmla="*/ 3604591 h 3930092"/>
              <a:gd name="connsiteX19-2847" fmla="*/ 2196077 w 2736000"/>
              <a:gd name="connsiteY19-2848" fmla="*/ 3604591 h 3930092"/>
              <a:gd name="connsiteX20-2849" fmla="*/ 2196077 w 2736000"/>
              <a:gd name="connsiteY20-2850" fmla="*/ 3468615 h 3930092"/>
              <a:gd name="connsiteX21-2851" fmla="*/ 1695313 w 2736000"/>
              <a:gd name="connsiteY21-2852" fmla="*/ 2440912 h 3930092"/>
              <a:gd name="connsiteX22-2853" fmla="*/ 1617547 w 2736000"/>
              <a:gd name="connsiteY22-2854" fmla="*/ 2049252 h 3930092"/>
              <a:gd name="connsiteX23-2855" fmla="*/ 1719395 w 2736000"/>
              <a:gd name="connsiteY23-2856" fmla="*/ 1540961 h 3930092"/>
              <a:gd name="connsiteX24-2857" fmla="*/ 2207952 w 2736000"/>
              <a:gd name="connsiteY24-2858" fmla="*/ 449580 h 3930092"/>
              <a:gd name="connsiteX25-2859" fmla="*/ 2207952 w 2736000"/>
              <a:gd name="connsiteY25-2860" fmla="*/ 299874 h 3930092"/>
              <a:gd name="connsiteX26-2861" fmla="*/ 516625 w 2736000"/>
              <a:gd name="connsiteY26-2862" fmla="*/ 299874 h 3930092"/>
              <a:gd name="connsiteX27-2863" fmla="*/ 144000 w 2736000"/>
              <a:gd name="connsiteY27-2864" fmla="*/ 0 h 3930092"/>
              <a:gd name="connsiteX28-2865" fmla="*/ 2592000 w 2736000"/>
              <a:gd name="connsiteY28-2866" fmla="*/ 0 h 3930092"/>
              <a:gd name="connsiteX29-2867" fmla="*/ 2736000 w 2736000"/>
              <a:gd name="connsiteY29-2868" fmla="*/ 144000 h 3930092"/>
              <a:gd name="connsiteX30-2869" fmla="*/ 2592000 w 2736000"/>
              <a:gd name="connsiteY30-2870" fmla="*/ 288000 h 3930092"/>
              <a:gd name="connsiteX31-2871" fmla="*/ 2396702 w 2736000"/>
              <a:gd name="connsiteY31-2872" fmla="*/ 288000 h 3930092"/>
              <a:gd name="connsiteX32-2873" fmla="*/ 2396702 w 2736000"/>
              <a:gd name="connsiteY32-2874" fmla="*/ 413234 h 3930092"/>
              <a:gd name="connsiteX33-2875" fmla="*/ 1815389 w 2736000"/>
              <a:gd name="connsiteY33-2876" fmla="*/ 1665324 h 3930092"/>
              <a:gd name="connsiteX34-2877" fmla="*/ 1753098 w 2736000"/>
              <a:gd name="connsiteY34-2878" fmla="*/ 1974987 h 3930092"/>
              <a:gd name="connsiteX35-2879" fmla="*/ 1825752 w 2736000"/>
              <a:gd name="connsiteY35-2880" fmla="*/ 2312143 h 3930092"/>
              <a:gd name="connsiteX36-2881" fmla="*/ 2395980 w 2736000"/>
              <a:gd name="connsiteY36-2882" fmla="*/ 3557007 h 3930092"/>
              <a:gd name="connsiteX37-2883" fmla="*/ 2395980 w 2736000"/>
              <a:gd name="connsiteY37-2884" fmla="*/ 3642092 h 3930092"/>
              <a:gd name="connsiteX38-2885" fmla="*/ 2592000 w 2736000"/>
              <a:gd name="connsiteY38-2886" fmla="*/ 3642092 h 3930092"/>
              <a:gd name="connsiteX39-2887" fmla="*/ 2736000 w 2736000"/>
              <a:gd name="connsiteY39-2888" fmla="*/ 3786092 h 3930092"/>
              <a:gd name="connsiteX40-2889" fmla="*/ 2592000 w 2736000"/>
              <a:gd name="connsiteY40-2890" fmla="*/ 3930092 h 3930092"/>
              <a:gd name="connsiteX41-2891" fmla="*/ 144000 w 2736000"/>
              <a:gd name="connsiteY41-2892" fmla="*/ 3930092 h 3930092"/>
              <a:gd name="connsiteX42-2893" fmla="*/ 0 w 2736000"/>
              <a:gd name="connsiteY42-2894" fmla="*/ 3786092 h 3930092"/>
              <a:gd name="connsiteX43-2895" fmla="*/ 144000 w 2736000"/>
              <a:gd name="connsiteY43-2896" fmla="*/ 3642092 h 3930092"/>
              <a:gd name="connsiteX44-2897" fmla="*/ 338578 w 2736000"/>
              <a:gd name="connsiteY44-2898" fmla="*/ 3642092 h 3930092"/>
              <a:gd name="connsiteX45-2899" fmla="*/ 338578 w 2736000"/>
              <a:gd name="connsiteY45-2900" fmla="*/ 3557007 h 3930092"/>
              <a:gd name="connsiteX46-2901" fmla="*/ 951672 w 2736000"/>
              <a:gd name="connsiteY46-2902" fmla="*/ 2284199 h 3930092"/>
              <a:gd name="connsiteX47-2903" fmla="*/ 1012216 w 2736000"/>
              <a:gd name="connsiteY47-2904" fmla="*/ 1995181 h 3930092"/>
              <a:gd name="connsiteX48-2905" fmla="*/ 943195 w 2736000"/>
              <a:gd name="connsiteY48-2906" fmla="*/ 1693402 h 3930092"/>
              <a:gd name="connsiteX49-2907" fmla="*/ 339300 w 2736000"/>
              <a:gd name="connsiteY49-2908" fmla="*/ 413234 h 3930092"/>
              <a:gd name="connsiteX50-2909" fmla="*/ 339300 w 2736000"/>
              <a:gd name="connsiteY50-2910" fmla="*/ 288000 h 3930092"/>
              <a:gd name="connsiteX51-2911" fmla="*/ 144000 w 2736000"/>
              <a:gd name="connsiteY51-2912" fmla="*/ 288000 h 3930092"/>
              <a:gd name="connsiteX52-2913" fmla="*/ 0 w 2736000"/>
              <a:gd name="connsiteY52-2914" fmla="*/ 144000 h 3930092"/>
              <a:gd name="connsiteX53-2915" fmla="*/ 144000 w 2736000"/>
              <a:gd name="connsiteY53-2916" fmla="*/ 0 h 3930092"/>
              <a:gd name="connsiteX0-2917" fmla="*/ 1367278 w 2736000"/>
              <a:gd name="connsiteY0-2918" fmla="*/ 2418044 h 3930092"/>
              <a:gd name="connsiteX1-2919" fmla="*/ 1554231 w 2736000"/>
              <a:gd name="connsiteY1-2920" fmla="*/ 2552144 h 3930092"/>
              <a:gd name="connsiteX2-2921" fmla="*/ 2088000 w 2736000"/>
              <a:gd name="connsiteY2-2922" fmla="*/ 3520946 h 3930092"/>
              <a:gd name="connsiteX3-2923" fmla="*/ 648080 w 2736000"/>
              <a:gd name="connsiteY3-2924" fmla="*/ 3506285 h 3930092"/>
              <a:gd name="connsiteX4-2925" fmla="*/ 1182763 w 2736000"/>
              <a:gd name="connsiteY4-2926" fmla="*/ 2571640 h 3930092"/>
              <a:gd name="connsiteX5-2927" fmla="*/ 1367278 w 2736000"/>
              <a:gd name="connsiteY5-2928" fmla="*/ 2418044 h 3930092"/>
              <a:gd name="connsiteX6-2929" fmla="*/ 648003 w 2736000"/>
              <a:gd name="connsiteY6-2930" fmla="*/ 793859 h 3930092"/>
              <a:gd name="connsiteX7-2931" fmla="*/ 2087849 w 2736000"/>
              <a:gd name="connsiteY7-2932" fmla="*/ 808518 h 3930092"/>
              <a:gd name="connsiteX8-2933" fmla="*/ 1641214 w 2736000"/>
              <a:gd name="connsiteY8-2934" fmla="*/ 1449982 h 3930092"/>
              <a:gd name="connsiteX9-2935" fmla="*/ 1368003 w 2736000"/>
              <a:gd name="connsiteY9-2936" fmla="*/ 1937706 h 3930092"/>
              <a:gd name="connsiteX10-2937" fmla="*/ 1094068 w 2736000"/>
              <a:gd name="connsiteY10-2938" fmla="*/ 1448735 h 3930092"/>
              <a:gd name="connsiteX11-2939" fmla="*/ 648003 w 2736000"/>
              <a:gd name="connsiteY11-2940" fmla="*/ 793859 h 3930092"/>
              <a:gd name="connsiteX12-2941" fmla="*/ 516625 w 2736000"/>
              <a:gd name="connsiteY12-2942" fmla="*/ 299874 h 3930092"/>
              <a:gd name="connsiteX13-2943" fmla="*/ 516625 w 2736000"/>
              <a:gd name="connsiteY13-2944" fmla="*/ 449580 h 3930092"/>
              <a:gd name="connsiteX14-2945" fmla="*/ 1029987 w 2736000"/>
              <a:gd name="connsiteY14-2946" fmla="*/ 1557992 h 3930092"/>
              <a:gd name="connsiteX15-2947" fmla="*/ 1146996 w 2736000"/>
              <a:gd name="connsiteY15-2948" fmla="*/ 2057479 h 3930092"/>
              <a:gd name="connsiteX16-2949" fmla="*/ 1055065 w 2736000"/>
              <a:gd name="connsiteY16-2950" fmla="*/ 2431585 h 3930092"/>
              <a:gd name="connsiteX17-2951" fmla="*/ 539378 w 2736000"/>
              <a:gd name="connsiteY17-2952" fmla="*/ 3468615 h 3930092"/>
              <a:gd name="connsiteX18-2953" fmla="*/ 539378 w 2736000"/>
              <a:gd name="connsiteY18-2954" fmla="*/ 3604591 h 3930092"/>
              <a:gd name="connsiteX19-2955" fmla="*/ 2196077 w 2736000"/>
              <a:gd name="connsiteY19-2956" fmla="*/ 3604591 h 3930092"/>
              <a:gd name="connsiteX20-2957" fmla="*/ 2196077 w 2736000"/>
              <a:gd name="connsiteY20-2958" fmla="*/ 3468615 h 3930092"/>
              <a:gd name="connsiteX21-2959" fmla="*/ 1695313 w 2736000"/>
              <a:gd name="connsiteY21-2960" fmla="*/ 2440912 h 3930092"/>
              <a:gd name="connsiteX22-2961" fmla="*/ 1617547 w 2736000"/>
              <a:gd name="connsiteY22-2962" fmla="*/ 2049252 h 3930092"/>
              <a:gd name="connsiteX23-2963" fmla="*/ 1719395 w 2736000"/>
              <a:gd name="connsiteY23-2964" fmla="*/ 1540961 h 3930092"/>
              <a:gd name="connsiteX24-2965" fmla="*/ 2207952 w 2736000"/>
              <a:gd name="connsiteY24-2966" fmla="*/ 449580 h 3930092"/>
              <a:gd name="connsiteX25-2967" fmla="*/ 2207952 w 2736000"/>
              <a:gd name="connsiteY25-2968" fmla="*/ 299874 h 3930092"/>
              <a:gd name="connsiteX26-2969" fmla="*/ 516625 w 2736000"/>
              <a:gd name="connsiteY26-2970" fmla="*/ 299874 h 3930092"/>
              <a:gd name="connsiteX27-2971" fmla="*/ 144000 w 2736000"/>
              <a:gd name="connsiteY27-2972" fmla="*/ 0 h 3930092"/>
              <a:gd name="connsiteX28-2973" fmla="*/ 2592000 w 2736000"/>
              <a:gd name="connsiteY28-2974" fmla="*/ 0 h 3930092"/>
              <a:gd name="connsiteX29-2975" fmla="*/ 2736000 w 2736000"/>
              <a:gd name="connsiteY29-2976" fmla="*/ 144000 h 3930092"/>
              <a:gd name="connsiteX30-2977" fmla="*/ 2592000 w 2736000"/>
              <a:gd name="connsiteY30-2978" fmla="*/ 288000 h 3930092"/>
              <a:gd name="connsiteX31-2979" fmla="*/ 2396702 w 2736000"/>
              <a:gd name="connsiteY31-2980" fmla="*/ 288000 h 3930092"/>
              <a:gd name="connsiteX32-2981" fmla="*/ 2396702 w 2736000"/>
              <a:gd name="connsiteY32-2982" fmla="*/ 413234 h 3930092"/>
              <a:gd name="connsiteX33-2983" fmla="*/ 1815389 w 2736000"/>
              <a:gd name="connsiteY33-2984" fmla="*/ 1665324 h 3930092"/>
              <a:gd name="connsiteX34-2985" fmla="*/ 1753098 w 2736000"/>
              <a:gd name="connsiteY34-2986" fmla="*/ 1974987 h 3930092"/>
              <a:gd name="connsiteX35-2987" fmla="*/ 1825752 w 2736000"/>
              <a:gd name="connsiteY35-2988" fmla="*/ 2312143 h 3930092"/>
              <a:gd name="connsiteX36-2989" fmla="*/ 2395980 w 2736000"/>
              <a:gd name="connsiteY36-2990" fmla="*/ 3557007 h 3930092"/>
              <a:gd name="connsiteX37-2991" fmla="*/ 2395980 w 2736000"/>
              <a:gd name="connsiteY37-2992" fmla="*/ 3642092 h 3930092"/>
              <a:gd name="connsiteX38-2993" fmla="*/ 2592000 w 2736000"/>
              <a:gd name="connsiteY38-2994" fmla="*/ 3642092 h 3930092"/>
              <a:gd name="connsiteX39-2995" fmla="*/ 2736000 w 2736000"/>
              <a:gd name="connsiteY39-2996" fmla="*/ 3786092 h 3930092"/>
              <a:gd name="connsiteX40-2997" fmla="*/ 2592000 w 2736000"/>
              <a:gd name="connsiteY40-2998" fmla="*/ 3930092 h 3930092"/>
              <a:gd name="connsiteX41-2999" fmla="*/ 144000 w 2736000"/>
              <a:gd name="connsiteY41-3000" fmla="*/ 3930092 h 3930092"/>
              <a:gd name="connsiteX42-3001" fmla="*/ 0 w 2736000"/>
              <a:gd name="connsiteY42-3002" fmla="*/ 3786092 h 3930092"/>
              <a:gd name="connsiteX43-3003" fmla="*/ 144000 w 2736000"/>
              <a:gd name="connsiteY43-3004" fmla="*/ 3642092 h 3930092"/>
              <a:gd name="connsiteX44-3005" fmla="*/ 338578 w 2736000"/>
              <a:gd name="connsiteY44-3006" fmla="*/ 3642092 h 3930092"/>
              <a:gd name="connsiteX45-3007" fmla="*/ 338578 w 2736000"/>
              <a:gd name="connsiteY45-3008" fmla="*/ 3557007 h 3930092"/>
              <a:gd name="connsiteX46-3009" fmla="*/ 951672 w 2736000"/>
              <a:gd name="connsiteY46-3010" fmla="*/ 2284199 h 3930092"/>
              <a:gd name="connsiteX47-3011" fmla="*/ 1012216 w 2736000"/>
              <a:gd name="connsiteY47-3012" fmla="*/ 1995181 h 3930092"/>
              <a:gd name="connsiteX48-3013" fmla="*/ 943195 w 2736000"/>
              <a:gd name="connsiteY48-3014" fmla="*/ 1693402 h 3930092"/>
              <a:gd name="connsiteX49-3015" fmla="*/ 339300 w 2736000"/>
              <a:gd name="connsiteY49-3016" fmla="*/ 413234 h 3930092"/>
              <a:gd name="connsiteX50-3017" fmla="*/ 339300 w 2736000"/>
              <a:gd name="connsiteY50-3018" fmla="*/ 288000 h 3930092"/>
              <a:gd name="connsiteX51-3019" fmla="*/ 144000 w 2736000"/>
              <a:gd name="connsiteY51-3020" fmla="*/ 288000 h 3930092"/>
              <a:gd name="connsiteX52-3021" fmla="*/ 0 w 2736000"/>
              <a:gd name="connsiteY52-3022" fmla="*/ 144000 h 3930092"/>
              <a:gd name="connsiteX53-3023" fmla="*/ 144000 w 2736000"/>
              <a:gd name="connsiteY53-3024" fmla="*/ 0 h 3930092"/>
              <a:gd name="connsiteX0-3025" fmla="*/ 1367278 w 2736000"/>
              <a:gd name="connsiteY0-3026" fmla="*/ 2418044 h 3930092"/>
              <a:gd name="connsiteX1-3027" fmla="*/ 1532752 w 2736000"/>
              <a:gd name="connsiteY1-3028" fmla="*/ 2552144 h 3930092"/>
              <a:gd name="connsiteX2-3029" fmla="*/ 2088000 w 2736000"/>
              <a:gd name="connsiteY2-3030" fmla="*/ 3520946 h 3930092"/>
              <a:gd name="connsiteX3-3031" fmla="*/ 648080 w 2736000"/>
              <a:gd name="connsiteY3-3032" fmla="*/ 3506285 h 3930092"/>
              <a:gd name="connsiteX4-3033" fmla="*/ 1182763 w 2736000"/>
              <a:gd name="connsiteY4-3034" fmla="*/ 2571640 h 3930092"/>
              <a:gd name="connsiteX5-3035" fmla="*/ 1367278 w 2736000"/>
              <a:gd name="connsiteY5-3036" fmla="*/ 2418044 h 3930092"/>
              <a:gd name="connsiteX6-3037" fmla="*/ 648003 w 2736000"/>
              <a:gd name="connsiteY6-3038" fmla="*/ 793859 h 3930092"/>
              <a:gd name="connsiteX7-3039" fmla="*/ 2087849 w 2736000"/>
              <a:gd name="connsiteY7-3040" fmla="*/ 808518 h 3930092"/>
              <a:gd name="connsiteX8-3041" fmla="*/ 1641214 w 2736000"/>
              <a:gd name="connsiteY8-3042" fmla="*/ 1449982 h 3930092"/>
              <a:gd name="connsiteX9-3043" fmla="*/ 1368003 w 2736000"/>
              <a:gd name="connsiteY9-3044" fmla="*/ 1937706 h 3930092"/>
              <a:gd name="connsiteX10-3045" fmla="*/ 1094068 w 2736000"/>
              <a:gd name="connsiteY10-3046" fmla="*/ 1448735 h 3930092"/>
              <a:gd name="connsiteX11-3047" fmla="*/ 648003 w 2736000"/>
              <a:gd name="connsiteY11-3048" fmla="*/ 793859 h 3930092"/>
              <a:gd name="connsiteX12-3049" fmla="*/ 516625 w 2736000"/>
              <a:gd name="connsiteY12-3050" fmla="*/ 299874 h 3930092"/>
              <a:gd name="connsiteX13-3051" fmla="*/ 516625 w 2736000"/>
              <a:gd name="connsiteY13-3052" fmla="*/ 449580 h 3930092"/>
              <a:gd name="connsiteX14-3053" fmla="*/ 1029987 w 2736000"/>
              <a:gd name="connsiteY14-3054" fmla="*/ 1557992 h 3930092"/>
              <a:gd name="connsiteX15-3055" fmla="*/ 1146996 w 2736000"/>
              <a:gd name="connsiteY15-3056" fmla="*/ 2057479 h 3930092"/>
              <a:gd name="connsiteX16-3057" fmla="*/ 1055065 w 2736000"/>
              <a:gd name="connsiteY16-3058" fmla="*/ 2431585 h 3930092"/>
              <a:gd name="connsiteX17-3059" fmla="*/ 539378 w 2736000"/>
              <a:gd name="connsiteY17-3060" fmla="*/ 3468615 h 3930092"/>
              <a:gd name="connsiteX18-3061" fmla="*/ 539378 w 2736000"/>
              <a:gd name="connsiteY18-3062" fmla="*/ 3604591 h 3930092"/>
              <a:gd name="connsiteX19-3063" fmla="*/ 2196077 w 2736000"/>
              <a:gd name="connsiteY19-3064" fmla="*/ 3604591 h 3930092"/>
              <a:gd name="connsiteX20-3065" fmla="*/ 2196077 w 2736000"/>
              <a:gd name="connsiteY20-3066" fmla="*/ 3468615 h 3930092"/>
              <a:gd name="connsiteX21-3067" fmla="*/ 1695313 w 2736000"/>
              <a:gd name="connsiteY21-3068" fmla="*/ 2440912 h 3930092"/>
              <a:gd name="connsiteX22-3069" fmla="*/ 1617547 w 2736000"/>
              <a:gd name="connsiteY22-3070" fmla="*/ 2049252 h 3930092"/>
              <a:gd name="connsiteX23-3071" fmla="*/ 1719395 w 2736000"/>
              <a:gd name="connsiteY23-3072" fmla="*/ 1540961 h 3930092"/>
              <a:gd name="connsiteX24-3073" fmla="*/ 2207952 w 2736000"/>
              <a:gd name="connsiteY24-3074" fmla="*/ 449580 h 3930092"/>
              <a:gd name="connsiteX25-3075" fmla="*/ 2207952 w 2736000"/>
              <a:gd name="connsiteY25-3076" fmla="*/ 299874 h 3930092"/>
              <a:gd name="connsiteX26-3077" fmla="*/ 516625 w 2736000"/>
              <a:gd name="connsiteY26-3078" fmla="*/ 299874 h 3930092"/>
              <a:gd name="connsiteX27-3079" fmla="*/ 144000 w 2736000"/>
              <a:gd name="connsiteY27-3080" fmla="*/ 0 h 3930092"/>
              <a:gd name="connsiteX28-3081" fmla="*/ 2592000 w 2736000"/>
              <a:gd name="connsiteY28-3082" fmla="*/ 0 h 3930092"/>
              <a:gd name="connsiteX29-3083" fmla="*/ 2736000 w 2736000"/>
              <a:gd name="connsiteY29-3084" fmla="*/ 144000 h 3930092"/>
              <a:gd name="connsiteX30-3085" fmla="*/ 2592000 w 2736000"/>
              <a:gd name="connsiteY30-3086" fmla="*/ 288000 h 3930092"/>
              <a:gd name="connsiteX31-3087" fmla="*/ 2396702 w 2736000"/>
              <a:gd name="connsiteY31-3088" fmla="*/ 288000 h 3930092"/>
              <a:gd name="connsiteX32-3089" fmla="*/ 2396702 w 2736000"/>
              <a:gd name="connsiteY32-3090" fmla="*/ 413234 h 3930092"/>
              <a:gd name="connsiteX33-3091" fmla="*/ 1815389 w 2736000"/>
              <a:gd name="connsiteY33-3092" fmla="*/ 1665324 h 3930092"/>
              <a:gd name="connsiteX34-3093" fmla="*/ 1753098 w 2736000"/>
              <a:gd name="connsiteY34-3094" fmla="*/ 1974987 h 3930092"/>
              <a:gd name="connsiteX35-3095" fmla="*/ 1825752 w 2736000"/>
              <a:gd name="connsiteY35-3096" fmla="*/ 2312143 h 3930092"/>
              <a:gd name="connsiteX36-3097" fmla="*/ 2395980 w 2736000"/>
              <a:gd name="connsiteY36-3098" fmla="*/ 3557007 h 3930092"/>
              <a:gd name="connsiteX37-3099" fmla="*/ 2395980 w 2736000"/>
              <a:gd name="connsiteY37-3100" fmla="*/ 3642092 h 3930092"/>
              <a:gd name="connsiteX38-3101" fmla="*/ 2592000 w 2736000"/>
              <a:gd name="connsiteY38-3102" fmla="*/ 3642092 h 3930092"/>
              <a:gd name="connsiteX39-3103" fmla="*/ 2736000 w 2736000"/>
              <a:gd name="connsiteY39-3104" fmla="*/ 3786092 h 3930092"/>
              <a:gd name="connsiteX40-3105" fmla="*/ 2592000 w 2736000"/>
              <a:gd name="connsiteY40-3106" fmla="*/ 3930092 h 3930092"/>
              <a:gd name="connsiteX41-3107" fmla="*/ 144000 w 2736000"/>
              <a:gd name="connsiteY41-3108" fmla="*/ 3930092 h 3930092"/>
              <a:gd name="connsiteX42-3109" fmla="*/ 0 w 2736000"/>
              <a:gd name="connsiteY42-3110" fmla="*/ 3786092 h 3930092"/>
              <a:gd name="connsiteX43-3111" fmla="*/ 144000 w 2736000"/>
              <a:gd name="connsiteY43-3112" fmla="*/ 3642092 h 3930092"/>
              <a:gd name="connsiteX44-3113" fmla="*/ 338578 w 2736000"/>
              <a:gd name="connsiteY44-3114" fmla="*/ 3642092 h 3930092"/>
              <a:gd name="connsiteX45-3115" fmla="*/ 338578 w 2736000"/>
              <a:gd name="connsiteY45-3116" fmla="*/ 3557007 h 3930092"/>
              <a:gd name="connsiteX46-3117" fmla="*/ 951672 w 2736000"/>
              <a:gd name="connsiteY46-3118" fmla="*/ 2284199 h 3930092"/>
              <a:gd name="connsiteX47-3119" fmla="*/ 1012216 w 2736000"/>
              <a:gd name="connsiteY47-3120" fmla="*/ 1995181 h 3930092"/>
              <a:gd name="connsiteX48-3121" fmla="*/ 943195 w 2736000"/>
              <a:gd name="connsiteY48-3122" fmla="*/ 1693402 h 3930092"/>
              <a:gd name="connsiteX49-3123" fmla="*/ 339300 w 2736000"/>
              <a:gd name="connsiteY49-3124" fmla="*/ 413234 h 3930092"/>
              <a:gd name="connsiteX50-3125" fmla="*/ 339300 w 2736000"/>
              <a:gd name="connsiteY50-3126" fmla="*/ 288000 h 3930092"/>
              <a:gd name="connsiteX51-3127" fmla="*/ 144000 w 2736000"/>
              <a:gd name="connsiteY51-3128" fmla="*/ 288000 h 3930092"/>
              <a:gd name="connsiteX52-3129" fmla="*/ 0 w 2736000"/>
              <a:gd name="connsiteY52-3130" fmla="*/ 144000 h 3930092"/>
              <a:gd name="connsiteX53-3131" fmla="*/ 144000 w 2736000"/>
              <a:gd name="connsiteY53-3132" fmla="*/ 0 h 3930092"/>
              <a:gd name="connsiteX0-3133" fmla="*/ 1367278 w 2736000"/>
              <a:gd name="connsiteY0-3134" fmla="*/ 2418044 h 3930092"/>
              <a:gd name="connsiteX1-3135" fmla="*/ 1526615 w 2736000"/>
              <a:gd name="connsiteY1-3136" fmla="*/ 2567486 h 3930092"/>
              <a:gd name="connsiteX2-3137" fmla="*/ 2088000 w 2736000"/>
              <a:gd name="connsiteY2-3138" fmla="*/ 3520946 h 3930092"/>
              <a:gd name="connsiteX3-3139" fmla="*/ 648080 w 2736000"/>
              <a:gd name="connsiteY3-3140" fmla="*/ 3506285 h 3930092"/>
              <a:gd name="connsiteX4-3141" fmla="*/ 1182763 w 2736000"/>
              <a:gd name="connsiteY4-3142" fmla="*/ 2571640 h 3930092"/>
              <a:gd name="connsiteX5-3143" fmla="*/ 1367278 w 2736000"/>
              <a:gd name="connsiteY5-3144" fmla="*/ 2418044 h 3930092"/>
              <a:gd name="connsiteX6-3145" fmla="*/ 648003 w 2736000"/>
              <a:gd name="connsiteY6-3146" fmla="*/ 793859 h 3930092"/>
              <a:gd name="connsiteX7-3147" fmla="*/ 2087849 w 2736000"/>
              <a:gd name="connsiteY7-3148" fmla="*/ 808518 h 3930092"/>
              <a:gd name="connsiteX8-3149" fmla="*/ 1641214 w 2736000"/>
              <a:gd name="connsiteY8-3150" fmla="*/ 1449982 h 3930092"/>
              <a:gd name="connsiteX9-3151" fmla="*/ 1368003 w 2736000"/>
              <a:gd name="connsiteY9-3152" fmla="*/ 1937706 h 3930092"/>
              <a:gd name="connsiteX10-3153" fmla="*/ 1094068 w 2736000"/>
              <a:gd name="connsiteY10-3154" fmla="*/ 1448735 h 3930092"/>
              <a:gd name="connsiteX11-3155" fmla="*/ 648003 w 2736000"/>
              <a:gd name="connsiteY11-3156" fmla="*/ 793859 h 3930092"/>
              <a:gd name="connsiteX12-3157" fmla="*/ 516625 w 2736000"/>
              <a:gd name="connsiteY12-3158" fmla="*/ 299874 h 3930092"/>
              <a:gd name="connsiteX13-3159" fmla="*/ 516625 w 2736000"/>
              <a:gd name="connsiteY13-3160" fmla="*/ 449580 h 3930092"/>
              <a:gd name="connsiteX14-3161" fmla="*/ 1029987 w 2736000"/>
              <a:gd name="connsiteY14-3162" fmla="*/ 1557992 h 3930092"/>
              <a:gd name="connsiteX15-3163" fmla="*/ 1146996 w 2736000"/>
              <a:gd name="connsiteY15-3164" fmla="*/ 2057479 h 3930092"/>
              <a:gd name="connsiteX16-3165" fmla="*/ 1055065 w 2736000"/>
              <a:gd name="connsiteY16-3166" fmla="*/ 2431585 h 3930092"/>
              <a:gd name="connsiteX17-3167" fmla="*/ 539378 w 2736000"/>
              <a:gd name="connsiteY17-3168" fmla="*/ 3468615 h 3930092"/>
              <a:gd name="connsiteX18-3169" fmla="*/ 539378 w 2736000"/>
              <a:gd name="connsiteY18-3170" fmla="*/ 3604591 h 3930092"/>
              <a:gd name="connsiteX19-3171" fmla="*/ 2196077 w 2736000"/>
              <a:gd name="connsiteY19-3172" fmla="*/ 3604591 h 3930092"/>
              <a:gd name="connsiteX20-3173" fmla="*/ 2196077 w 2736000"/>
              <a:gd name="connsiteY20-3174" fmla="*/ 3468615 h 3930092"/>
              <a:gd name="connsiteX21-3175" fmla="*/ 1695313 w 2736000"/>
              <a:gd name="connsiteY21-3176" fmla="*/ 2440912 h 3930092"/>
              <a:gd name="connsiteX22-3177" fmla="*/ 1617547 w 2736000"/>
              <a:gd name="connsiteY22-3178" fmla="*/ 2049252 h 3930092"/>
              <a:gd name="connsiteX23-3179" fmla="*/ 1719395 w 2736000"/>
              <a:gd name="connsiteY23-3180" fmla="*/ 1540961 h 3930092"/>
              <a:gd name="connsiteX24-3181" fmla="*/ 2207952 w 2736000"/>
              <a:gd name="connsiteY24-3182" fmla="*/ 449580 h 3930092"/>
              <a:gd name="connsiteX25-3183" fmla="*/ 2207952 w 2736000"/>
              <a:gd name="connsiteY25-3184" fmla="*/ 299874 h 3930092"/>
              <a:gd name="connsiteX26-3185" fmla="*/ 516625 w 2736000"/>
              <a:gd name="connsiteY26-3186" fmla="*/ 299874 h 3930092"/>
              <a:gd name="connsiteX27-3187" fmla="*/ 144000 w 2736000"/>
              <a:gd name="connsiteY27-3188" fmla="*/ 0 h 3930092"/>
              <a:gd name="connsiteX28-3189" fmla="*/ 2592000 w 2736000"/>
              <a:gd name="connsiteY28-3190" fmla="*/ 0 h 3930092"/>
              <a:gd name="connsiteX29-3191" fmla="*/ 2736000 w 2736000"/>
              <a:gd name="connsiteY29-3192" fmla="*/ 144000 h 3930092"/>
              <a:gd name="connsiteX30-3193" fmla="*/ 2592000 w 2736000"/>
              <a:gd name="connsiteY30-3194" fmla="*/ 288000 h 3930092"/>
              <a:gd name="connsiteX31-3195" fmla="*/ 2396702 w 2736000"/>
              <a:gd name="connsiteY31-3196" fmla="*/ 288000 h 3930092"/>
              <a:gd name="connsiteX32-3197" fmla="*/ 2396702 w 2736000"/>
              <a:gd name="connsiteY32-3198" fmla="*/ 413234 h 3930092"/>
              <a:gd name="connsiteX33-3199" fmla="*/ 1815389 w 2736000"/>
              <a:gd name="connsiteY33-3200" fmla="*/ 1665324 h 3930092"/>
              <a:gd name="connsiteX34-3201" fmla="*/ 1753098 w 2736000"/>
              <a:gd name="connsiteY34-3202" fmla="*/ 1974987 h 3930092"/>
              <a:gd name="connsiteX35-3203" fmla="*/ 1825752 w 2736000"/>
              <a:gd name="connsiteY35-3204" fmla="*/ 2312143 h 3930092"/>
              <a:gd name="connsiteX36-3205" fmla="*/ 2395980 w 2736000"/>
              <a:gd name="connsiteY36-3206" fmla="*/ 3557007 h 3930092"/>
              <a:gd name="connsiteX37-3207" fmla="*/ 2395980 w 2736000"/>
              <a:gd name="connsiteY37-3208" fmla="*/ 3642092 h 3930092"/>
              <a:gd name="connsiteX38-3209" fmla="*/ 2592000 w 2736000"/>
              <a:gd name="connsiteY38-3210" fmla="*/ 3642092 h 3930092"/>
              <a:gd name="connsiteX39-3211" fmla="*/ 2736000 w 2736000"/>
              <a:gd name="connsiteY39-3212" fmla="*/ 3786092 h 3930092"/>
              <a:gd name="connsiteX40-3213" fmla="*/ 2592000 w 2736000"/>
              <a:gd name="connsiteY40-3214" fmla="*/ 3930092 h 3930092"/>
              <a:gd name="connsiteX41-3215" fmla="*/ 144000 w 2736000"/>
              <a:gd name="connsiteY41-3216" fmla="*/ 3930092 h 3930092"/>
              <a:gd name="connsiteX42-3217" fmla="*/ 0 w 2736000"/>
              <a:gd name="connsiteY42-3218" fmla="*/ 3786092 h 3930092"/>
              <a:gd name="connsiteX43-3219" fmla="*/ 144000 w 2736000"/>
              <a:gd name="connsiteY43-3220" fmla="*/ 3642092 h 3930092"/>
              <a:gd name="connsiteX44-3221" fmla="*/ 338578 w 2736000"/>
              <a:gd name="connsiteY44-3222" fmla="*/ 3642092 h 3930092"/>
              <a:gd name="connsiteX45-3223" fmla="*/ 338578 w 2736000"/>
              <a:gd name="connsiteY45-3224" fmla="*/ 3557007 h 3930092"/>
              <a:gd name="connsiteX46-3225" fmla="*/ 951672 w 2736000"/>
              <a:gd name="connsiteY46-3226" fmla="*/ 2284199 h 3930092"/>
              <a:gd name="connsiteX47-3227" fmla="*/ 1012216 w 2736000"/>
              <a:gd name="connsiteY47-3228" fmla="*/ 1995181 h 3930092"/>
              <a:gd name="connsiteX48-3229" fmla="*/ 943195 w 2736000"/>
              <a:gd name="connsiteY48-3230" fmla="*/ 1693402 h 3930092"/>
              <a:gd name="connsiteX49-3231" fmla="*/ 339300 w 2736000"/>
              <a:gd name="connsiteY49-3232" fmla="*/ 413234 h 3930092"/>
              <a:gd name="connsiteX50-3233" fmla="*/ 339300 w 2736000"/>
              <a:gd name="connsiteY50-3234" fmla="*/ 288000 h 3930092"/>
              <a:gd name="connsiteX51-3235" fmla="*/ 144000 w 2736000"/>
              <a:gd name="connsiteY51-3236" fmla="*/ 288000 h 3930092"/>
              <a:gd name="connsiteX52-3237" fmla="*/ 0 w 2736000"/>
              <a:gd name="connsiteY52-3238" fmla="*/ 144000 h 3930092"/>
              <a:gd name="connsiteX53-3239" fmla="*/ 144000 w 2736000"/>
              <a:gd name="connsiteY53-3240" fmla="*/ 0 h 3930092"/>
              <a:gd name="connsiteX0-3241" fmla="*/ 1367278 w 2736000"/>
              <a:gd name="connsiteY0-3242" fmla="*/ 2418044 h 3930092"/>
              <a:gd name="connsiteX1-3243" fmla="*/ 1526615 w 2736000"/>
              <a:gd name="connsiteY1-3244" fmla="*/ 2567486 h 3930092"/>
              <a:gd name="connsiteX2-3245" fmla="*/ 2088000 w 2736000"/>
              <a:gd name="connsiteY2-3246" fmla="*/ 3520946 h 3930092"/>
              <a:gd name="connsiteX3-3247" fmla="*/ 648080 w 2736000"/>
              <a:gd name="connsiteY3-3248" fmla="*/ 3506285 h 3930092"/>
              <a:gd name="connsiteX4-3249" fmla="*/ 1182763 w 2736000"/>
              <a:gd name="connsiteY4-3250" fmla="*/ 2571640 h 3930092"/>
              <a:gd name="connsiteX5-3251" fmla="*/ 1367278 w 2736000"/>
              <a:gd name="connsiteY5-3252" fmla="*/ 2418044 h 3930092"/>
              <a:gd name="connsiteX6-3253" fmla="*/ 648003 w 2736000"/>
              <a:gd name="connsiteY6-3254" fmla="*/ 793859 h 3930092"/>
              <a:gd name="connsiteX7-3255" fmla="*/ 2087849 w 2736000"/>
              <a:gd name="connsiteY7-3256" fmla="*/ 808518 h 3930092"/>
              <a:gd name="connsiteX8-3257" fmla="*/ 1641214 w 2736000"/>
              <a:gd name="connsiteY8-3258" fmla="*/ 1449982 h 3930092"/>
              <a:gd name="connsiteX9-3259" fmla="*/ 1368003 w 2736000"/>
              <a:gd name="connsiteY9-3260" fmla="*/ 1937706 h 3930092"/>
              <a:gd name="connsiteX10-3261" fmla="*/ 1094068 w 2736000"/>
              <a:gd name="connsiteY10-3262" fmla="*/ 1448735 h 3930092"/>
              <a:gd name="connsiteX11-3263" fmla="*/ 648003 w 2736000"/>
              <a:gd name="connsiteY11-3264" fmla="*/ 793859 h 3930092"/>
              <a:gd name="connsiteX12-3265" fmla="*/ 516625 w 2736000"/>
              <a:gd name="connsiteY12-3266" fmla="*/ 299874 h 3930092"/>
              <a:gd name="connsiteX13-3267" fmla="*/ 516625 w 2736000"/>
              <a:gd name="connsiteY13-3268" fmla="*/ 449580 h 3930092"/>
              <a:gd name="connsiteX14-3269" fmla="*/ 1029987 w 2736000"/>
              <a:gd name="connsiteY14-3270" fmla="*/ 1557992 h 3930092"/>
              <a:gd name="connsiteX15-3271" fmla="*/ 1146996 w 2736000"/>
              <a:gd name="connsiteY15-3272" fmla="*/ 2057479 h 3930092"/>
              <a:gd name="connsiteX16-3273" fmla="*/ 1055065 w 2736000"/>
              <a:gd name="connsiteY16-3274" fmla="*/ 2431585 h 3930092"/>
              <a:gd name="connsiteX17-3275" fmla="*/ 539378 w 2736000"/>
              <a:gd name="connsiteY17-3276" fmla="*/ 3468615 h 3930092"/>
              <a:gd name="connsiteX18-3277" fmla="*/ 539378 w 2736000"/>
              <a:gd name="connsiteY18-3278" fmla="*/ 3604591 h 3930092"/>
              <a:gd name="connsiteX19-3279" fmla="*/ 2196077 w 2736000"/>
              <a:gd name="connsiteY19-3280" fmla="*/ 3604591 h 3930092"/>
              <a:gd name="connsiteX20-3281" fmla="*/ 2196077 w 2736000"/>
              <a:gd name="connsiteY20-3282" fmla="*/ 3468615 h 3930092"/>
              <a:gd name="connsiteX21-3283" fmla="*/ 1695313 w 2736000"/>
              <a:gd name="connsiteY21-3284" fmla="*/ 2440912 h 3930092"/>
              <a:gd name="connsiteX22-3285" fmla="*/ 1617547 w 2736000"/>
              <a:gd name="connsiteY22-3286" fmla="*/ 2049252 h 3930092"/>
              <a:gd name="connsiteX23-3287" fmla="*/ 1719395 w 2736000"/>
              <a:gd name="connsiteY23-3288" fmla="*/ 1540961 h 3930092"/>
              <a:gd name="connsiteX24-3289" fmla="*/ 2207952 w 2736000"/>
              <a:gd name="connsiteY24-3290" fmla="*/ 449580 h 3930092"/>
              <a:gd name="connsiteX25-3291" fmla="*/ 2207952 w 2736000"/>
              <a:gd name="connsiteY25-3292" fmla="*/ 299874 h 3930092"/>
              <a:gd name="connsiteX26-3293" fmla="*/ 516625 w 2736000"/>
              <a:gd name="connsiteY26-3294" fmla="*/ 299874 h 3930092"/>
              <a:gd name="connsiteX27-3295" fmla="*/ 144000 w 2736000"/>
              <a:gd name="connsiteY27-3296" fmla="*/ 0 h 3930092"/>
              <a:gd name="connsiteX28-3297" fmla="*/ 2592000 w 2736000"/>
              <a:gd name="connsiteY28-3298" fmla="*/ 0 h 3930092"/>
              <a:gd name="connsiteX29-3299" fmla="*/ 2736000 w 2736000"/>
              <a:gd name="connsiteY29-3300" fmla="*/ 144000 h 3930092"/>
              <a:gd name="connsiteX30-3301" fmla="*/ 2592000 w 2736000"/>
              <a:gd name="connsiteY30-3302" fmla="*/ 288000 h 3930092"/>
              <a:gd name="connsiteX31-3303" fmla="*/ 2396702 w 2736000"/>
              <a:gd name="connsiteY31-3304" fmla="*/ 288000 h 3930092"/>
              <a:gd name="connsiteX32-3305" fmla="*/ 2396702 w 2736000"/>
              <a:gd name="connsiteY32-3306" fmla="*/ 413234 h 3930092"/>
              <a:gd name="connsiteX33-3307" fmla="*/ 1815389 w 2736000"/>
              <a:gd name="connsiteY33-3308" fmla="*/ 1665324 h 3930092"/>
              <a:gd name="connsiteX34-3309" fmla="*/ 1753098 w 2736000"/>
              <a:gd name="connsiteY34-3310" fmla="*/ 1974987 h 3930092"/>
              <a:gd name="connsiteX35-3311" fmla="*/ 1825752 w 2736000"/>
              <a:gd name="connsiteY35-3312" fmla="*/ 2312143 h 3930092"/>
              <a:gd name="connsiteX36-3313" fmla="*/ 2395980 w 2736000"/>
              <a:gd name="connsiteY36-3314" fmla="*/ 3557007 h 3930092"/>
              <a:gd name="connsiteX37-3315" fmla="*/ 2395980 w 2736000"/>
              <a:gd name="connsiteY37-3316" fmla="*/ 3642092 h 3930092"/>
              <a:gd name="connsiteX38-3317" fmla="*/ 2592000 w 2736000"/>
              <a:gd name="connsiteY38-3318" fmla="*/ 3642092 h 3930092"/>
              <a:gd name="connsiteX39-3319" fmla="*/ 2736000 w 2736000"/>
              <a:gd name="connsiteY39-3320" fmla="*/ 3786092 h 3930092"/>
              <a:gd name="connsiteX40-3321" fmla="*/ 2592000 w 2736000"/>
              <a:gd name="connsiteY40-3322" fmla="*/ 3930092 h 3930092"/>
              <a:gd name="connsiteX41-3323" fmla="*/ 144000 w 2736000"/>
              <a:gd name="connsiteY41-3324" fmla="*/ 3930092 h 3930092"/>
              <a:gd name="connsiteX42-3325" fmla="*/ 0 w 2736000"/>
              <a:gd name="connsiteY42-3326" fmla="*/ 3786092 h 3930092"/>
              <a:gd name="connsiteX43-3327" fmla="*/ 144000 w 2736000"/>
              <a:gd name="connsiteY43-3328" fmla="*/ 3642092 h 3930092"/>
              <a:gd name="connsiteX44-3329" fmla="*/ 338578 w 2736000"/>
              <a:gd name="connsiteY44-3330" fmla="*/ 3642092 h 3930092"/>
              <a:gd name="connsiteX45-3331" fmla="*/ 338578 w 2736000"/>
              <a:gd name="connsiteY45-3332" fmla="*/ 3557007 h 3930092"/>
              <a:gd name="connsiteX46-3333" fmla="*/ 951672 w 2736000"/>
              <a:gd name="connsiteY46-3334" fmla="*/ 2284199 h 3930092"/>
              <a:gd name="connsiteX47-3335" fmla="*/ 1012216 w 2736000"/>
              <a:gd name="connsiteY47-3336" fmla="*/ 1995181 h 3930092"/>
              <a:gd name="connsiteX48-3337" fmla="*/ 943195 w 2736000"/>
              <a:gd name="connsiteY48-3338" fmla="*/ 1693402 h 3930092"/>
              <a:gd name="connsiteX49-3339" fmla="*/ 339300 w 2736000"/>
              <a:gd name="connsiteY49-3340" fmla="*/ 413234 h 3930092"/>
              <a:gd name="connsiteX50-3341" fmla="*/ 339300 w 2736000"/>
              <a:gd name="connsiteY50-3342" fmla="*/ 288000 h 3930092"/>
              <a:gd name="connsiteX51-3343" fmla="*/ 144000 w 2736000"/>
              <a:gd name="connsiteY51-3344" fmla="*/ 288000 h 3930092"/>
              <a:gd name="connsiteX52-3345" fmla="*/ 0 w 2736000"/>
              <a:gd name="connsiteY52-3346" fmla="*/ 144000 h 3930092"/>
              <a:gd name="connsiteX53-3347" fmla="*/ 144000 w 2736000"/>
              <a:gd name="connsiteY53-3348" fmla="*/ 0 h 3930092"/>
              <a:gd name="connsiteX0-3349" fmla="*/ 1367278 w 2736000"/>
              <a:gd name="connsiteY0-3350" fmla="*/ 2418044 h 3930092"/>
              <a:gd name="connsiteX1-3351" fmla="*/ 1526615 w 2736000"/>
              <a:gd name="connsiteY1-3352" fmla="*/ 2567486 h 3930092"/>
              <a:gd name="connsiteX2-3353" fmla="*/ 2088000 w 2736000"/>
              <a:gd name="connsiteY2-3354" fmla="*/ 3520946 h 3930092"/>
              <a:gd name="connsiteX3-3355" fmla="*/ 648080 w 2736000"/>
              <a:gd name="connsiteY3-3356" fmla="*/ 3506285 h 3930092"/>
              <a:gd name="connsiteX4-3357" fmla="*/ 1182763 w 2736000"/>
              <a:gd name="connsiteY4-3358" fmla="*/ 2571640 h 3930092"/>
              <a:gd name="connsiteX5-3359" fmla="*/ 1367278 w 2736000"/>
              <a:gd name="connsiteY5-3360" fmla="*/ 2418044 h 3930092"/>
              <a:gd name="connsiteX6-3361" fmla="*/ 648003 w 2736000"/>
              <a:gd name="connsiteY6-3362" fmla="*/ 793859 h 3930092"/>
              <a:gd name="connsiteX7-3363" fmla="*/ 2087849 w 2736000"/>
              <a:gd name="connsiteY7-3364" fmla="*/ 808518 h 3930092"/>
              <a:gd name="connsiteX8-3365" fmla="*/ 1641214 w 2736000"/>
              <a:gd name="connsiteY8-3366" fmla="*/ 1449982 h 3930092"/>
              <a:gd name="connsiteX9-3367" fmla="*/ 1368003 w 2736000"/>
              <a:gd name="connsiteY9-3368" fmla="*/ 1937706 h 3930092"/>
              <a:gd name="connsiteX10-3369" fmla="*/ 1094068 w 2736000"/>
              <a:gd name="connsiteY10-3370" fmla="*/ 1448735 h 3930092"/>
              <a:gd name="connsiteX11-3371" fmla="*/ 648003 w 2736000"/>
              <a:gd name="connsiteY11-3372" fmla="*/ 793859 h 3930092"/>
              <a:gd name="connsiteX12-3373" fmla="*/ 516625 w 2736000"/>
              <a:gd name="connsiteY12-3374" fmla="*/ 299874 h 3930092"/>
              <a:gd name="connsiteX13-3375" fmla="*/ 516625 w 2736000"/>
              <a:gd name="connsiteY13-3376" fmla="*/ 449580 h 3930092"/>
              <a:gd name="connsiteX14-3377" fmla="*/ 1029987 w 2736000"/>
              <a:gd name="connsiteY14-3378" fmla="*/ 1557992 h 3930092"/>
              <a:gd name="connsiteX15-3379" fmla="*/ 1146996 w 2736000"/>
              <a:gd name="connsiteY15-3380" fmla="*/ 2057479 h 3930092"/>
              <a:gd name="connsiteX16-3381" fmla="*/ 1055065 w 2736000"/>
              <a:gd name="connsiteY16-3382" fmla="*/ 2431585 h 3930092"/>
              <a:gd name="connsiteX17-3383" fmla="*/ 539378 w 2736000"/>
              <a:gd name="connsiteY17-3384" fmla="*/ 3468615 h 3930092"/>
              <a:gd name="connsiteX18-3385" fmla="*/ 539378 w 2736000"/>
              <a:gd name="connsiteY18-3386" fmla="*/ 3604591 h 3930092"/>
              <a:gd name="connsiteX19-3387" fmla="*/ 2196077 w 2736000"/>
              <a:gd name="connsiteY19-3388" fmla="*/ 3604591 h 3930092"/>
              <a:gd name="connsiteX20-3389" fmla="*/ 2196077 w 2736000"/>
              <a:gd name="connsiteY20-3390" fmla="*/ 3468615 h 3930092"/>
              <a:gd name="connsiteX21-3391" fmla="*/ 1695313 w 2736000"/>
              <a:gd name="connsiteY21-3392" fmla="*/ 2440912 h 3930092"/>
              <a:gd name="connsiteX22-3393" fmla="*/ 1617547 w 2736000"/>
              <a:gd name="connsiteY22-3394" fmla="*/ 2049252 h 3930092"/>
              <a:gd name="connsiteX23-3395" fmla="*/ 1719395 w 2736000"/>
              <a:gd name="connsiteY23-3396" fmla="*/ 1540961 h 3930092"/>
              <a:gd name="connsiteX24-3397" fmla="*/ 2207952 w 2736000"/>
              <a:gd name="connsiteY24-3398" fmla="*/ 449580 h 3930092"/>
              <a:gd name="connsiteX25-3399" fmla="*/ 2207952 w 2736000"/>
              <a:gd name="connsiteY25-3400" fmla="*/ 299874 h 3930092"/>
              <a:gd name="connsiteX26-3401" fmla="*/ 516625 w 2736000"/>
              <a:gd name="connsiteY26-3402" fmla="*/ 299874 h 3930092"/>
              <a:gd name="connsiteX27-3403" fmla="*/ 144000 w 2736000"/>
              <a:gd name="connsiteY27-3404" fmla="*/ 0 h 3930092"/>
              <a:gd name="connsiteX28-3405" fmla="*/ 2592000 w 2736000"/>
              <a:gd name="connsiteY28-3406" fmla="*/ 0 h 3930092"/>
              <a:gd name="connsiteX29-3407" fmla="*/ 2736000 w 2736000"/>
              <a:gd name="connsiteY29-3408" fmla="*/ 144000 h 3930092"/>
              <a:gd name="connsiteX30-3409" fmla="*/ 2592000 w 2736000"/>
              <a:gd name="connsiteY30-3410" fmla="*/ 288000 h 3930092"/>
              <a:gd name="connsiteX31-3411" fmla="*/ 2396702 w 2736000"/>
              <a:gd name="connsiteY31-3412" fmla="*/ 288000 h 3930092"/>
              <a:gd name="connsiteX32-3413" fmla="*/ 2396702 w 2736000"/>
              <a:gd name="connsiteY32-3414" fmla="*/ 413234 h 3930092"/>
              <a:gd name="connsiteX33-3415" fmla="*/ 1815389 w 2736000"/>
              <a:gd name="connsiteY33-3416" fmla="*/ 1665324 h 3930092"/>
              <a:gd name="connsiteX34-3417" fmla="*/ 1753098 w 2736000"/>
              <a:gd name="connsiteY34-3418" fmla="*/ 1974987 h 3930092"/>
              <a:gd name="connsiteX35-3419" fmla="*/ 1825752 w 2736000"/>
              <a:gd name="connsiteY35-3420" fmla="*/ 2312143 h 3930092"/>
              <a:gd name="connsiteX36-3421" fmla="*/ 2395980 w 2736000"/>
              <a:gd name="connsiteY36-3422" fmla="*/ 3557007 h 3930092"/>
              <a:gd name="connsiteX37-3423" fmla="*/ 2395980 w 2736000"/>
              <a:gd name="connsiteY37-3424" fmla="*/ 3642092 h 3930092"/>
              <a:gd name="connsiteX38-3425" fmla="*/ 2592000 w 2736000"/>
              <a:gd name="connsiteY38-3426" fmla="*/ 3642092 h 3930092"/>
              <a:gd name="connsiteX39-3427" fmla="*/ 2736000 w 2736000"/>
              <a:gd name="connsiteY39-3428" fmla="*/ 3786092 h 3930092"/>
              <a:gd name="connsiteX40-3429" fmla="*/ 2592000 w 2736000"/>
              <a:gd name="connsiteY40-3430" fmla="*/ 3930092 h 3930092"/>
              <a:gd name="connsiteX41-3431" fmla="*/ 144000 w 2736000"/>
              <a:gd name="connsiteY41-3432" fmla="*/ 3930092 h 3930092"/>
              <a:gd name="connsiteX42-3433" fmla="*/ 0 w 2736000"/>
              <a:gd name="connsiteY42-3434" fmla="*/ 3786092 h 3930092"/>
              <a:gd name="connsiteX43-3435" fmla="*/ 144000 w 2736000"/>
              <a:gd name="connsiteY43-3436" fmla="*/ 3642092 h 3930092"/>
              <a:gd name="connsiteX44-3437" fmla="*/ 338578 w 2736000"/>
              <a:gd name="connsiteY44-3438" fmla="*/ 3642092 h 3930092"/>
              <a:gd name="connsiteX45-3439" fmla="*/ 338578 w 2736000"/>
              <a:gd name="connsiteY45-3440" fmla="*/ 3557007 h 3930092"/>
              <a:gd name="connsiteX46-3441" fmla="*/ 951672 w 2736000"/>
              <a:gd name="connsiteY46-3442" fmla="*/ 2284199 h 3930092"/>
              <a:gd name="connsiteX47-3443" fmla="*/ 1012216 w 2736000"/>
              <a:gd name="connsiteY47-3444" fmla="*/ 1995181 h 3930092"/>
              <a:gd name="connsiteX48-3445" fmla="*/ 943195 w 2736000"/>
              <a:gd name="connsiteY48-3446" fmla="*/ 1693402 h 3930092"/>
              <a:gd name="connsiteX49-3447" fmla="*/ 339300 w 2736000"/>
              <a:gd name="connsiteY49-3448" fmla="*/ 413234 h 3930092"/>
              <a:gd name="connsiteX50-3449" fmla="*/ 339300 w 2736000"/>
              <a:gd name="connsiteY50-3450" fmla="*/ 288000 h 3930092"/>
              <a:gd name="connsiteX51-3451" fmla="*/ 144000 w 2736000"/>
              <a:gd name="connsiteY51-3452" fmla="*/ 288000 h 3930092"/>
              <a:gd name="connsiteX52-3453" fmla="*/ 0 w 2736000"/>
              <a:gd name="connsiteY52-3454" fmla="*/ 144000 h 3930092"/>
              <a:gd name="connsiteX53-3455" fmla="*/ 144000 w 2736000"/>
              <a:gd name="connsiteY53-3456" fmla="*/ 0 h 3930092"/>
              <a:gd name="connsiteX0-3457" fmla="*/ 1367278 w 2736000"/>
              <a:gd name="connsiteY0-3458" fmla="*/ 2418044 h 3930092"/>
              <a:gd name="connsiteX1-3459" fmla="*/ 1552576 w 2736000"/>
              <a:gd name="connsiteY1-3460" fmla="*/ 2576139 h 3930092"/>
              <a:gd name="connsiteX2-3461" fmla="*/ 2088000 w 2736000"/>
              <a:gd name="connsiteY2-3462" fmla="*/ 3520946 h 3930092"/>
              <a:gd name="connsiteX3-3463" fmla="*/ 648080 w 2736000"/>
              <a:gd name="connsiteY3-3464" fmla="*/ 3506285 h 3930092"/>
              <a:gd name="connsiteX4-3465" fmla="*/ 1182763 w 2736000"/>
              <a:gd name="connsiteY4-3466" fmla="*/ 2571640 h 3930092"/>
              <a:gd name="connsiteX5-3467" fmla="*/ 1367278 w 2736000"/>
              <a:gd name="connsiteY5-3468" fmla="*/ 2418044 h 3930092"/>
              <a:gd name="connsiteX6-3469" fmla="*/ 648003 w 2736000"/>
              <a:gd name="connsiteY6-3470" fmla="*/ 793859 h 3930092"/>
              <a:gd name="connsiteX7-3471" fmla="*/ 2087849 w 2736000"/>
              <a:gd name="connsiteY7-3472" fmla="*/ 808518 h 3930092"/>
              <a:gd name="connsiteX8-3473" fmla="*/ 1641214 w 2736000"/>
              <a:gd name="connsiteY8-3474" fmla="*/ 1449982 h 3930092"/>
              <a:gd name="connsiteX9-3475" fmla="*/ 1368003 w 2736000"/>
              <a:gd name="connsiteY9-3476" fmla="*/ 1937706 h 3930092"/>
              <a:gd name="connsiteX10-3477" fmla="*/ 1094068 w 2736000"/>
              <a:gd name="connsiteY10-3478" fmla="*/ 1448735 h 3930092"/>
              <a:gd name="connsiteX11-3479" fmla="*/ 648003 w 2736000"/>
              <a:gd name="connsiteY11-3480" fmla="*/ 793859 h 3930092"/>
              <a:gd name="connsiteX12-3481" fmla="*/ 516625 w 2736000"/>
              <a:gd name="connsiteY12-3482" fmla="*/ 299874 h 3930092"/>
              <a:gd name="connsiteX13-3483" fmla="*/ 516625 w 2736000"/>
              <a:gd name="connsiteY13-3484" fmla="*/ 449580 h 3930092"/>
              <a:gd name="connsiteX14-3485" fmla="*/ 1029987 w 2736000"/>
              <a:gd name="connsiteY14-3486" fmla="*/ 1557992 h 3930092"/>
              <a:gd name="connsiteX15-3487" fmla="*/ 1146996 w 2736000"/>
              <a:gd name="connsiteY15-3488" fmla="*/ 2057479 h 3930092"/>
              <a:gd name="connsiteX16-3489" fmla="*/ 1055065 w 2736000"/>
              <a:gd name="connsiteY16-3490" fmla="*/ 2431585 h 3930092"/>
              <a:gd name="connsiteX17-3491" fmla="*/ 539378 w 2736000"/>
              <a:gd name="connsiteY17-3492" fmla="*/ 3468615 h 3930092"/>
              <a:gd name="connsiteX18-3493" fmla="*/ 539378 w 2736000"/>
              <a:gd name="connsiteY18-3494" fmla="*/ 3604591 h 3930092"/>
              <a:gd name="connsiteX19-3495" fmla="*/ 2196077 w 2736000"/>
              <a:gd name="connsiteY19-3496" fmla="*/ 3604591 h 3930092"/>
              <a:gd name="connsiteX20-3497" fmla="*/ 2196077 w 2736000"/>
              <a:gd name="connsiteY20-3498" fmla="*/ 3468615 h 3930092"/>
              <a:gd name="connsiteX21-3499" fmla="*/ 1695313 w 2736000"/>
              <a:gd name="connsiteY21-3500" fmla="*/ 2440912 h 3930092"/>
              <a:gd name="connsiteX22-3501" fmla="*/ 1617547 w 2736000"/>
              <a:gd name="connsiteY22-3502" fmla="*/ 2049252 h 3930092"/>
              <a:gd name="connsiteX23-3503" fmla="*/ 1719395 w 2736000"/>
              <a:gd name="connsiteY23-3504" fmla="*/ 1540961 h 3930092"/>
              <a:gd name="connsiteX24-3505" fmla="*/ 2207952 w 2736000"/>
              <a:gd name="connsiteY24-3506" fmla="*/ 449580 h 3930092"/>
              <a:gd name="connsiteX25-3507" fmla="*/ 2207952 w 2736000"/>
              <a:gd name="connsiteY25-3508" fmla="*/ 299874 h 3930092"/>
              <a:gd name="connsiteX26-3509" fmla="*/ 516625 w 2736000"/>
              <a:gd name="connsiteY26-3510" fmla="*/ 299874 h 3930092"/>
              <a:gd name="connsiteX27-3511" fmla="*/ 144000 w 2736000"/>
              <a:gd name="connsiteY27-3512" fmla="*/ 0 h 3930092"/>
              <a:gd name="connsiteX28-3513" fmla="*/ 2592000 w 2736000"/>
              <a:gd name="connsiteY28-3514" fmla="*/ 0 h 3930092"/>
              <a:gd name="connsiteX29-3515" fmla="*/ 2736000 w 2736000"/>
              <a:gd name="connsiteY29-3516" fmla="*/ 144000 h 3930092"/>
              <a:gd name="connsiteX30-3517" fmla="*/ 2592000 w 2736000"/>
              <a:gd name="connsiteY30-3518" fmla="*/ 288000 h 3930092"/>
              <a:gd name="connsiteX31-3519" fmla="*/ 2396702 w 2736000"/>
              <a:gd name="connsiteY31-3520" fmla="*/ 288000 h 3930092"/>
              <a:gd name="connsiteX32-3521" fmla="*/ 2396702 w 2736000"/>
              <a:gd name="connsiteY32-3522" fmla="*/ 413234 h 3930092"/>
              <a:gd name="connsiteX33-3523" fmla="*/ 1815389 w 2736000"/>
              <a:gd name="connsiteY33-3524" fmla="*/ 1665324 h 3930092"/>
              <a:gd name="connsiteX34-3525" fmla="*/ 1753098 w 2736000"/>
              <a:gd name="connsiteY34-3526" fmla="*/ 1974987 h 3930092"/>
              <a:gd name="connsiteX35-3527" fmla="*/ 1825752 w 2736000"/>
              <a:gd name="connsiteY35-3528" fmla="*/ 2312143 h 3930092"/>
              <a:gd name="connsiteX36-3529" fmla="*/ 2395980 w 2736000"/>
              <a:gd name="connsiteY36-3530" fmla="*/ 3557007 h 3930092"/>
              <a:gd name="connsiteX37-3531" fmla="*/ 2395980 w 2736000"/>
              <a:gd name="connsiteY37-3532" fmla="*/ 3642092 h 3930092"/>
              <a:gd name="connsiteX38-3533" fmla="*/ 2592000 w 2736000"/>
              <a:gd name="connsiteY38-3534" fmla="*/ 3642092 h 3930092"/>
              <a:gd name="connsiteX39-3535" fmla="*/ 2736000 w 2736000"/>
              <a:gd name="connsiteY39-3536" fmla="*/ 3786092 h 3930092"/>
              <a:gd name="connsiteX40-3537" fmla="*/ 2592000 w 2736000"/>
              <a:gd name="connsiteY40-3538" fmla="*/ 3930092 h 3930092"/>
              <a:gd name="connsiteX41-3539" fmla="*/ 144000 w 2736000"/>
              <a:gd name="connsiteY41-3540" fmla="*/ 3930092 h 3930092"/>
              <a:gd name="connsiteX42-3541" fmla="*/ 0 w 2736000"/>
              <a:gd name="connsiteY42-3542" fmla="*/ 3786092 h 3930092"/>
              <a:gd name="connsiteX43-3543" fmla="*/ 144000 w 2736000"/>
              <a:gd name="connsiteY43-3544" fmla="*/ 3642092 h 3930092"/>
              <a:gd name="connsiteX44-3545" fmla="*/ 338578 w 2736000"/>
              <a:gd name="connsiteY44-3546" fmla="*/ 3642092 h 3930092"/>
              <a:gd name="connsiteX45-3547" fmla="*/ 338578 w 2736000"/>
              <a:gd name="connsiteY45-3548" fmla="*/ 3557007 h 3930092"/>
              <a:gd name="connsiteX46-3549" fmla="*/ 951672 w 2736000"/>
              <a:gd name="connsiteY46-3550" fmla="*/ 2284199 h 3930092"/>
              <a:gd name="connsiteX47-3551" fmla="*/ 1012216 w 2736000"/>
              <a:gd name="connsiteY47-3552" fmla="*/ 1995181 h 3930092"/>
              <a:gd name="connsiteX48-3553" fmla="*/ 943195 w 2736000"/>
              <a:gd name="connsiteY48-3554" fmla="*/ 1693402 h 3930092"/>
              <a:gd name="connsiteX49-3555" fmla="*/ 339300 w 2736000"/>
              <a:gd name="connsiteY49-3556" fmla="*/ 413234 h 3930092"/>
              <a:gd name="connsiteX50-3557" fmla="*/ 339300 w 2736000"/>
              <a:gd name="connsiteY50-3558" fmla="*/ 288000 h 3930092"/>
              <a:gd name="connsiteX51-3559" fmla="*/ 144000 w 2736000"/>
              <a:gd name="connsiteY51-3560" fmla="*/ 288000 h 3930092"/>
              <a:gd name="connsiteX52-3561" fmla="*/ 0 w 2736000"/>
              <a:gd name="connsiteY52-3562" fmla="*/ 144000 h 3930092"/>
              <a:gd name="connsiteX53-3563" fmla="*/ 144000 w 2736000"/>
              <a:gd name="connsiteY53-3564" fmla="*/ 0 h 3930092"/>
              <a:gd name="connsiteX0-3565" fmla="*/ 1367278 w 2736000"/>
              <a:gd name="connsiteY0-3566" fmla="*/ 2418044 h 3930092"/>
              <a:gd name="connsiteX1-3567" fmla="*/ 1552576 w 2736000"/>
              <a:gd name="connsiteY1-3568" fmla="*/ 2576139 h 3930092"/>
              <a:gd name="connsiteX2-3569" fmla="*/ 2088000 w 2736000"/>
              <a:gd name="connsiteY2-3570" fmla="*/ 3520946 h 3930092"/>
              <a:gd name="connsiteX3-3571" fmla="*/ 648080 w 2736000"/>
              <a:gd name="connsiteY3-3572" fmla="*/ 3506285 h 3930092"/>
              <a:gd name="connsiteX4-3573" fmla="*/ 1182763 w 2736000"/>
              <a:gd name="connsiteY4-3574" fmla="*/ 2571640 h 3930092"/>
              <a:gd name="connsiteX5-3575" fmla="*/ 1367278 w 2736000"/>
              <a:gd name="connsiteY5-3576" fmla="*/ 2418044 h 3930092"/>
              <a:gd name="connsiteX6-3577" fmla="*/ 648003 w 2736000"/>
              <a:gd name="connsiteY6-3578" fmla="*/ 793859 h 3930092"/>
              <a:gd name="connsiteX7-3579" fmla="*/ 2087849 w 2736000"/>
              <a:gd name="connsiteY7-3580" fmla="*/ 808518 h 3930092"/>
              <a:gd name="connsiteX8-3581" fmla="*/ 1641214 w 2736000"/>
              <a:gd name="connsiteY8-3582" fmla="*/ 1449982 h 3930092"/>
              <a:gd name="connsiteX9-3583" fmla="*/ 1368003 w 2736000"/>
              <a:gd name="connsiteY9-3584" fmla="*/ 1937706 h 3930092"/>
              <a:gd name="connsiteX10-3585" fmla="*/ 1094068 w 2736000"/>
              <a:gd name="connsiteY10-3586" fmla="*/ 1448735 h 3930092"/>
              <a:gd name="connsiteX11-3587" fmla="*/ 648003 w 2736000"/>
              <a:gd name="connsiteY11-3588" fmla="*/ 793859 h 3930092"/>
              <a:gd name="connsiteX12-3589" fmla="*/ 516625 w 2736000"/>
              <a:gd name="connsiteY12-3590" fmla="*/ 299874 h 3930092"/>
              <a:gd name="connsiteX13-3591" fmla="*/ 516625 w 2736000"/>
              <a:gd name="connsiteY13-3592" fmla="*/ 449580 h 3930092"/>
              <a:gd name="connsiteX14-3593" fmla="*/ 1029987 w 2736000"/>
              <a:gd name="connsiteY14-3594" fmla="*/ 1557992 h 3930092"/>
              <a:gd name="connsiteX15-3595" fmla="*/ 1146996 w 2736000"/>
              <a:gd name="connsiteY15-3596" fmla="*/ 2057479 h 3930092"/>
              <a:gd name="connsiteX16-3597" fmla="*/ 1055065 w 2736000"/>
              <a:gd name="connsiteY16-3598" fmla="*/ 2431585 h 3930092"/>
              <a:gd name="connsiteX17-3599" fmla="*/ 539378 w 2736000"/>
              <a:gd name="connsiteY17-3600" fmla="*/ 3468615 h 3930092"/>
              <a:gd name="connsiteX18-3601" fmla="*/ 539378 w 2736000"/>
              <a:gd name="connsiteY18-3602" fmla="*/ 3604591 h 3930092"/>
              <a:gd name="connsiteX19-3603" fmla="*/ 2196077 w 2736000"/>
              <a:gd name="connsiteY19-3604" fmla="*/ 3604591 h 3930092"/>
              <a:gd name="connsiteX20-3605" fmla="*/ 2196077 w 2736000"/>
              <a:gd name="connsiteY20-3606" fmla="*/ 3468615 h 3930092"/>
              <a:gd name="connsiteX21-3607" fmla="*/ 1695313 w 2736000"/>
              <a:gd name="connsiteY21-3608" fmla="*/ 2440912 h 3930092"/>
              <a:gd name="connsiteX22-3609" fmla="*/ 1617547 w 2736000"/>
              <a:gd name="connsiteY22-3610" fmla="*/ 2049252 h 3930092"/>
              <a:gd name="connsiteX23-3611" fmla="*/ 1719395 w 2736000"/>
              <a:gd name="connsiteY23-3612" fmla="*/ 1540961 h 3930092"/>
              <a:gd name="connsiteX24-3613" fmla="*/ 2207952 w 2736000"/>
              <a:gd name="connsiteY24-3614" fmla="*/ 449580 h 3930092"/>
              <a:gd name="connsiteX25-3615" fmla="*/ 2207952 w 2736000"/>
              <a:gd name="connsiteY25-3616" fmla="*/ 299874 h 3930092"/>
              <a:gd name="connsiteX26-3617" fmla="*/ 516625 w 2736000"/>
              <a:gd name="connsiteY26-3618" fmla="*/ 299874 h 3930092"/>
              <a:gd name="connsiteX27-3619" fmla="*/ 144000 w 2736000"/>
              <a:gd name="connsiteY27-3620" fmla="*/ 0 h 3930092"/>
              <a:gd name="connsiteX28-3621" fmla="*/ 2592000 w 2736000"/>
              <a:gd name="connsiteY28-3622" fmla="*/ 0 h 3930092"/>
              <a:gd name="connsiteX29-3623" fmla="*/ 2736000 w 2736000"/>
              <a:gd name="connsiteY29-3624" fmla="*/ 144000 h 3930092"/>
              <a:gd name="connsiteX30-3625" fmla="*/ 2592000 w 2736000"/>
              <a:gd name="connsiteY30-3626" fmla="*/ 288000 h 3930092"/>
              <a:gd name="connsiteX31-3627" fmla="*/ 2396702 w 2736000"/>
              <a:gd name="connsiteY31-3628" fmla="*/ 288000 h 3930092"/>
              <a:gd name="connsiteX32-3629" fmla="*/ 2396702 w 2736000"/>
              <a:gd name="connsiteY32-3630" fmla="*/ 413234 h 3930092"/>
              <a:gd name="connsiteX33-3631" fmla="*/ 1815389 w 2736000"/>
              <a:gd name="connsiteY33-3632" fmla="*/ 1665324 h 3930092"/>
              <a:gd name="connsiteX34-3633" fmla="*/ 1753098 w 2736000"/>
              <a:gd name="connsiteY34-3634" fmla="*/ 1974987 h 3930092"/>
              <a:gd name="connsiteX35-3635" fmla="*/ 1825752 w 2736000"/>
              <a:gd name="connsiteY35-3636" fmla="*/ 2312143 h 3930092"/>
              <a:gd name="connsiteX36-3637" fmla="*/ 2395980 w 2736000"/>
              <a:gd name="connsiteY36-3638" fmla="*/ 3557007 h 3930092"/>
              <a:gd name="connsiteX37-3639" fmla="*/ 2395980 w 2736000"/>
              <a:gd name="connsiteY37-3640" fmla="*/ 3642092 h 3930092"/>
              <a:gd name="connsiteX38-3641" fmla="*/ 2592000 w 2736000"/>
              <a:gd name="connsiteY38-3642" fmla="*/ 3642092 h 3930092"/>
              <a:gd name="connsiteX39-3643" fmla="*/ 2736000 w 2736000"/>
              <a:gd name="connsiteY39-3644" fmla="*/ 3786092 h 3930092"/>
              <a:gd name="connsiteX40-3645" fmla="*/ 2592000 w 2736000"/>
              <a:gd name="connsiteY40-3646" fmla="*/ 3930092 h 3930092"/>
              <a:gd name="connsiteX41-3647" fmla="*/ 144000 w 2736000"/>
              <a:gd name="connsiteY41-3648" fmla="*/ 3930092 h 3930092"/>
              <a:gd name="connsiteX42-3649" fmla="*/ 0 w 2736000"/>
              <a:gd name="connsiteY42-3650" fmla="*/ 3786092 h 3930092"/>
              <a:gd name="connsiteX43-3651" fmla="*/ 144000 w 2736000"/>
              <a:gd name="connsiteY43-3652" fmla="*/ 3642092 h 3930092"/>
              <a:gd name="connsiteX44-3653" fmla="*/ 338578 w 2736000"/>
              <a:gd name="connsiteY44-3654" fmla="*/ 3642092 h 3930092"/>
              <a:gd name="connsiteX45-3655" fmla="*/ 338578 w 2736000"/>
              <a:gd name="connsiteY45-3656" fmla="*/ 3557007 h 3930092"/>
              <a:gd name="connsiteX46-3657" fmla="*/ 951672 w 2736000"/>
              <a:gd name="connsiteY46-3658" fmla="*/ 2284199 h 3930092"/>
              <a:gd name="connsiteX47-3659" fmla="*/ 1012216 w 2736000"/>
              <a:gd name="connsiteY47-3660" fmla="*/ 1995181 h 3930092"/>
              <a:gd name="connsiteX48-3661" fmla="*/ 943195 w 2736000"/>
              <a:gd name="connsiteY48-3662" fmla="*/ 1693402 h 3930092"/>
              <a:gd name="connsiteX49-3663" fmla="*/ 339300 w 2736000"/>
              <a:gd name="connsiteY49-3664" fmla="*/ 413234 h 3930092"/>
              <a:gd name="connsiteX50-3665" fmla="*/ 339300 w 2736000"/>
              <a:gd name="connsiteY50-3666" fmla="*/ 288000 h 3930092"/>
              <a:gd name="connsiteX51-3667" fmla="*/ 144000 w 2736000"/>
              <a:gd name="connsiteY51-3668" fmla="*/ 288000 h 3930092"/>
              <a:gd name="connsiteX52-3669" fmla="*/ 0 w 2736000"/>
              <a:gd name="connsiteY52-3670" fmla="*/ 144000 h 3930092"/>
              <a:gd name="connsiteX53-3671" fmla="*/ 144000 w 2736000"/>
              <a:gd name="connsiteY53-3672" fmla="*/ 0 h 39300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</a:cxnLst>
            <a:rect l="l" t="t" r="r" b="b"/>
            <a:pathLst>
              <a:path w="2736000" h="3930092">
                <a:moveTo>
                  <a:pt x="1367278" y="2418044"/>
                </a:moveTo>
                <a:cubicBezTo>
                  <a:pt x="1475622" y="2496498"/>
                  <a:pt x="1442256" y="2523346"/>
                  <a:pt x="1552576" y="2576139"/>
                </a:cubicBezTo>
                <a:cubicBezTo>
                  <a:pt x="1866725" y="2636040"/>
                  <a:pt x="2088000" y="3057033"/>
                  <a:pt x="2088000" y="3520946"/>
                </a:cubicBezTo>
                <a:lnTo>
                  <a:pt x="648080" y="3506285"/>
                </a:lnTo>
                <a:cubicBezTo>
                  <a:pt x="653073" y="3048089"/>
                  <a:pt x="871005" y="2673776"/>
                  <a:pt x="1182763" y="2571640"/>
                </a:cubicBezTo>
                <a:cubicBezTo>
                  <a:pt x="1280064" y="2508169"/>
                  <a:pt x="1254632" y="2499927"/>
                  <a:pt x="1367278" y="2418044"/>
                </a:cubicBezTo>
                <a:close/>
                <a:moveTo>
                  <a:pt x="648003" y="793859"/>
                </a:moveTo>
                <a:lnTo>
                  <a:pt x="2087849" y="808518"/>
                </a:lnTo>
                <a:cubicBezTo>
                  <a:pt x="2081743" y="1099400"/>
                  <a:pt x="1898532" y="1346081"/>
                  <a:pt x="1641214" y="1449982"/>
                </a:cubicBezTo>
                <a:cubicBezTo>
                  <a:pt x="1581100" y="1476031"/>
                  <a:pt x="1454311" y="1749732"/>
                  <a:pt x="1368003" y="1937706"/>
                </a:cubicBezTo>
                <a:cubicBezTo>
                  <a:pt x="1290978" y="1744554"/>
                  <a:pt x="1168712" y="1479962"/>
                  <a:pt x="1094068" y="1448735"/>
                </a:cubicBezTo>
                <a:cubicBezTo>
                  <a:pt x="831917" y="1343398"/>
                  <a:pt x="648003" y="1089607"/>
                  <a:pt x="648003" y="793859"/>
                </a:cubicBezTo>
                <a:close/>
                <a:moveTo>
                  <a:pt x="516625" y="299874"/>
                </a:moveTo>
                <a:lnTo>
                  <a:pt x="516625" y="449580"/>
                </a:lnTo>
                <a:cubicBezTo>
                  <a:pt x="516625" y="947043"/>
                  <a:pt x="728081" y="1374116"/>
                  <a:pt x="1029987" y="1557992"/>
                </a:cubicBezTo>
                <a:cubicBezTo>
                  <a:pt x="1152140" y="1645374"/>
                  <a:pt x="1146996" y="1879118"/>
                  <a:pt x="1146996" y="2057479"/>
                </a:cubicBezTo>
                <a:cubicBezTo>
                  <a:pt x="1146996" y="2199170"/>
                  <a:pt x="1165085" y="2330604"/>
                  <a:pt x="1055065" y="2431585"/>
                </a:cubicBezTo>
                <a:cubicBezTo>
                  <a:pt x="746548" y="2590263"/>
                  <a:pt x="539378" y="3004916"/>
                  <a:pt x="539378" y="3468615"/>
                </a:cubicBezTo>
                <a:lnTo>
                  <a:pt x="539378" y="3604591"/>
                </a:lnTo>
                <a:lnTo>
                  <a:pt x="2196077" y="3604591"/>
                </a:lnTo>
                <a:lnTo>
                  <a:pt x="2196077" y="3468615"/>
                </a:lnTo>
                <a:cubicBezTo>
                  <a:pt x="2196077" y="3023625"/>
                  <a:pt x="1980552" y="2629673"/>
                  <a:pt x="1695313" y="2440912"/>
                </a:cubicBezTo>
                <a:cubicBezTo>
                  <a:pt x="1597256" y="2355530"/>
                  <a:pt x="1621109" y="2199255"/>
                  <a:pt x="1617547" y="2049252"/>
                </a:cubicBezTo>
                <a:cubicBezTo>
                  <a:pt x="1614246" y="1910233"/>
                  <a:pt x="1594005" y="1638458"/>
                  <a:pt x="1719395" y="1540961"/>
                </a:cubicBezTo>
                <a:cubicBezTo>
                  <a:pt x="2008283" y="1349911"/>
                  <a:pt x="2207952" y="932979"/>
                  <a:pt x="2207952" y="449580"/>
                </a:cubicBezTo>
                <a:lnTo>
                  <a:pt x="2207952" y="299874"/>
                </a:lnTo>
                <a:lnTo>
                  <a:pt x="516625" y="299874"/>
                </a:lnTo>
                <a:close/>
                <a:moveTo>
                  <a:pt x="144000" y="0"/>
                </a:moveTo>
                <a:lnTo>
                  <a:pt x="2592000" y="0"/>
                </a:lnTo>
                <a:cubicBezTo>
                  <a:pt x="2671529" y="0"/>
                  <a:pt x="2736000" y="64471"/>
                  <a:pt x="2736000" y="144000"/>
                </a:cubicBezTo>
                <a:cubicBezTo>
                  <a:pt x="2736000" y="223529"/>
                  <a:pt x="2671529" y="288000"/>
                  <a:pt x="2592000" y="288000"/>
                </a:cubicBezTo>
                <a:lnTo>
                  <a:pt x="2396702" y="288000"/>
                </a:lnTo>
                <a:lnTo>
                  <a:pt x="2396702" y="413234"/>
                </a:lnTo>
                <a:cubicBezTo>
                  <a:pt x="2396702" y="964640"/>
                  <a:pt x="2159804" y="1441170"/>
                  <a:pt x="1815389" y="1665324"/>
                </a:cubicBezTo>
                <a:cubicBezTo>
                  <a:pt x="1718143" y="1767020"/>
                  <a:pt x="1749155" y="1822697"/>
                  <a:pt x="1753098" y="1974987"/>
                </a:cubicBezTo>
                <a:cubicBezTo>
                  <a:pt x="1757412" y="2141597"/>
                  <a:pt x="1739638" y="2200230"/>
                  <a:pt x="1825752" y="2312143"/>
                </a:cubicBezTo>
                <a:cubicBezTo>
                  <a:pt x="2164142" y="2539312"/>
                  <a:pt x="2395980" y="3011520"/>
                  <a:pt x="2395980" y="3557007"/>
                </a:cubicBezTo>
                <a:lnTo>
                  <a:pt x="2395980" y="3642092"/>
                </a:lnTo>
                <a:lnTo>
                  <a:pt x="2592000" y="3642092"/>
                </a:lnTo>
                <a:cubicBezTo>
                  <a:pt x="2671529" y="3642092"/>
                  <a:pt x="2736000" y="3706563"/>
                  <a:pt x="2736000" y="3786092"/>
                </a:cubicBezTo>
                <a:cubicBezTo>
                  <a:pt x="2736000" y="3865621"/>
                  <a:pt x="2671529" y="3930092"/>
                  <a:pt x="2592000" y="3930092"/>
                </a:cubicBezTo>
                <a:lnTo>
                  <a:pt x="144000" y="3930092"/>
                </a:lnTo>
                <a:cubicBezTo>
                  <a:pt x="64471" y="3930092"/>
                  <a:pt x="0" y="3865621"/>
                  <a:pt x="0" y="3786092"/>
                </a:cubicBezTo>
                <a:cubicBezTo>
                  <a:pt x="0" y="3706563"/>
                  <a:pt x="64471" y="3642092"/>
                  <a:pt x="144000" y="3642092"/>
                </a:cubicBezTo>
                <a:lnTo>
                  <a:pt x="338578" y="3642092"/>
                </a:lnTo>
                <a:lnTo>
                  <a:pt x="338578" y="3557007"/>
                </a:lnTo>
                <a:cubicBezTo>
                  <a:pt x="338578" y="2988551"/>
                  <a:pt x="590352" y="2499674"/>
                  <a:pt x="951672" y="2284199"/>
                </a:cubicBezTo>
                <a:cubicBezTo>
                  <a:pt x="1026597" y="2195332"/>
                  <a:pt x="1008559" y="2142287"/>
                  <a:pt x="1012216" y="1995181"/>
                </a:cubicBezTo>
                <a:cubicBezTo>
                  <a:pt x="1001243" y="1843296"/>
                  <a:pt x="1013640" y="1774963"/>
                  <a:pt x="943195" y="1693402"/>
                </a:cubicBezTo>
                <a:cubicBezTo>
                  <a:pt x="584785" y="1476413"/>
                  <a:pt x="339300" y="978710"/>
                  <a:pt x="339300" y="413234"/>
                </a:cubicBezTo>
                <a:lnTo>
                  <a:pt x="339300" y="288000"/>
                </a:lnTo>
                <a:lnTo>
                  <a:pt x="144000" y="288000"/>
                </a:lnTo>
                <a:cubicBezTo>
                  <a:pt x="64471" y="288000"/>
                  <a:pt x="0" y="223529"/>
                  <a:pt x="0" y="144000"/>
                </a:cubicBezTo>
                <a:cubicBezTo>
                  <a:pt x="0" y="64471"/>
                  <a:pt x="64471" y="0"/>
                  <a:pt x="14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" name="Isosceles Triangle 22"/>
          <p:cNvSpPr/>
          <p:nvPr/>
        </p:nvSpPr>
        <p:spPr>
          <a:xfrm rot="19800000">
            <a:off x="5432573" y="3147942"/>
            <a:ext cx="298273" cy="298221"/>
          </a:xfrm>
          <a:custGeom>
            <a:avLst/>
            <a:gdLst/>
            <a:ahLst/>
            <a:cxnLst/>
            <a:rect l="l" t="t" r="r" b="b"/>
            <a:pathLst>
              <a:path w="3948369" h="3947711">
                <a:moveTo>
                  <a:pt x="1024184" y="1327019"/>
                </a:moveTo>
                <a:cubicBezTo>
                  <a:pt x="953964" y="1286477"/>
                  <a:pt x="864174" y="1310536"/>
                  <a:pt x="823632" y="1380756"/>
                </a:cubicBezTo>
                <a:cubicBezTo>
                  <a:pt x="783091" y="1450976"/>
                  <a:pt x="807150" y="1540767"/>
                  <a:pt x="877370" y="1581308"/>
                </a:cubicBezTo>
                <a:cubicBezTo>
                  <a:pt x="947590" y="1621850"/>
                  <a:pt x="1037380" y="1597790"/>
                  <a:pt x="1077922" y="1527570"/>
                </a:cubicBezTo>
                <a:cubicBezTo>
                  <a:pt x="1118463" y="1457350"/>
                  <a:pt x="1094404" y="1367560"/>
                  <a:pt x="1024184" y="1327019"/>
                </a:cubicBezTo>
                <a:close/>
                <a:moveTo>
                  <a:pt x="3610643" y="2228121"/>
                </a:moveTo>
                <a:cubicBezTo>
                  <a:pt x="3600833" y="2220477"/>
                  <a:pt x="3589363" y="2214630"/>
                  <a:pt x="3576595" y="2211209"/>
                </a:cubicBezTo>
                <a:cubicBezTo>
                  <a:pt x="3525522" y="2197524"/>
                  <a:pt x="3473024" y="2227833"/>
                  <a:pt x="3459339" y="2278906"/>
                </a:cubicBezTo>
                <a:cubicBezTo>
                  <a:pt x="3445654" y="2329979"/>
                  <a:pt x="3475964" y="2382476"/>
                  <a:pt x="3527037" y="2396161"/>
                </a:cubicBezTo>
                <a:cubicBezTo>
                  <a:pt x="3578110" y="2409846"/>
                  <a:pt x="3630607" y="2379537"/>
                  <a:pt x="3644292" y="2328464"/>
                </a:cubicBezTo>
                <a:cubicBezTo>
                  <a:pt x="3654556" y="2290159"/>
                  <a:pt x="3640073" y="2251053"/>
                  <a:pt x="3610643" y="2228121"/>
                </a:cubicBezTo>
                <a:close/>
                <a:moveTo>
                  <a:pt x="3948369" y="2177025"/>
                </a:moveTo>
                <a:lnTo>
                  <a:pt x="3902391" y="2247588"/>
                </a:lnTo>
                <a:cubicBezTo>
                  <a:pt x="3840166" y="2207044"/>
                  <a:pt x="3769677" y="2184131"/>
                  <a:pt x="3697935" y="2180296"/>
                </a:cubicBezTo>
                <a:cubicBezTo>
                  <a:pt x="3737123" y="2226403"/>
                  <a:pt x="3753617" y="2290363"/>
                  <a:pt x="3736768" y="2353243"/>
                </a:cubicBezTo>
                <a:cubicBezTo>
                  <a:pt x="3709398" y="2455390"/>
                  <a:pt x="3604404" y="2516008"/>
                  <a:pt x="3502258" y="2488638"/>
                </a:cubicBezTo>
                <a:cubicBezTo>
                  <a:pt x="3400111" y="2461268"/>
                  <a:pt x="3339493" y="2356274"/>
                  <a:pt x="3366863" y="2254127"/>
                </a:cubicBezTo>
                <a:cubicBezTo>
                  <a:pt x="3381032" y="2201247"/>
                  <a:pt x="3416004" y="2159497"/>
                  <a:pt x="3460818" y="2135698"/>
                </a:cubicBezTo>
                <a:cubicBezTo>
                  <a:pt x="3436032" y="2129730"/>
                  <a:pt x="3409996" y="2129302"/>
                  <a:pt x="3383900" y="2133133"/>
                </a:cubicBezTo>
                <a:cubicBezTo>
                  <a:pt x="3331988" y="2140756"/>
                  <a:pt x="3285146" y="2164460"/>
                  <a:pt x="3249703" y="2200200"/>
                </a:cubicBezTo>
                <a:cubicBezTo>
                  <a:pt x="3299772" y="2410806"/>
                  <a:pt x="3262997" y="2663063"/>
                  <a:pt x="3111944" y="2983361"/>
                </a:cubicBezTo>
                <a:cubicBezTo>
                  <a:pt x="2900481" y="3337269"/>
                  <a:pt x="2604169" y="3479398"/>
                  <a:pt x="2264290" y="3473876"/>
                </a:cubicBezTo>
                <a:lnTo>
                  <a:pt x="1854414" y="3947711"/>
                </a:lnTo>
                <a:lnTo>
                  <a:pt x="1615515" y="3809782"/>
                </a:lnTo>
                <a:lnTo>
                  <a:pt x="1764774" y="3379707"/>
                </a:lnTo>
                <a:cubicBezTo>
                  <a:pt x="1587770" y="3319643"/>
                  <a:pt x="1405350" y="3232972"/>
                  <a:pt x="1221865" y="3127037"/>
                </a:cubicBezTo>
                <a:cubicBezTo>
                  <a:pt x="1120271" y="3068382"/>
                  <a:pt x="1025311" y="3004264"/>
                  <a:pt x="938291" y="2935309"/>
                </a:cubicBezTo>
                <a:lnTo>
                  <a:pt x="509476" y="3157353"/>
                </a:lnTo>
                <a:lnTo>
                  <a:pt x="247593" y="2999226"/>
                </a:lnTo>
                <a:lnTo>
                  <a:pt x="599626" y="2603610"/>
                </a:lnTo>
                <a:cubicBezTo>
                  <a:pt x="384783" y="2338553"/>
                  <a:pt x="289709" y="2193107"/>
                  <a:pt x="174176" y="1843897"/>
                </a:cubicBezTo>
                <a:lnTo>
                  <a:pt x="0" y="1381252"/>
                </a:lnTo>
                <a:lnTo>
                  <a:pt x="107522" y="1111013"/>
                </a:lnTo>
                <a:cubicBezTo>
                  <a:pt x="159316" y="1021302"/>
                  <a:pt x="259400" y="1099908"/>
                  <a:pt x="349113" y="1151702"/>
                </a:cubicBezTo>
                <a:lnTo>
                  <a:pt x="486246" y="1217020"/>
                </a:lnTo>
                <a:cubicBezTo>
                  <a:pt x="628225" y="1148493"/>
                  <a:pt x="768311" y="1094036"/>
                  <a:pt x="908721" y="1057007"/>
                </a:cubicBezTo>
                <a:cubicBezTo>
                  <a:pt x="1011476" y="947354"/>
                  <a:pt x="1021990" y="857768"/>
                  <a:pt x="976491" y="611195"/>
                </a:cubicBezTo>
                <a:cubicBezTo>
                  <a:pt x="1335325" y="817429"/>
                  <a:pt x="1326102" y="899150"/>
                  <a:pt x="1389221" y="1007976"/>
                </a:cubicBezTo>
                <a:cubicBezTo>
                  <a:pt x="1615807" y="1002289"/>
                  <a:pt x="1836555" y="1044211"/>
                  <a:pt x="2066828" y="1133629"/>
                </a:cubicBezTo>
                <a:cubicBezTo>
                  <a:pt x="2047082" y="1203277"/>
                  <a:pt x="2048342" y="1275855"/>
                  <a:pt x="2067080" y="1343672"/>
                </a:cubicBezTo>
                <a:cubicBezTo>
                  <a:pt x="2009772" y="1325329"/>
                  <a:pt x="1950048" y="1312156"/>
                  <a:pt x="1888409" y="1302802"/>
                </a:cubicBezTo>
                <a:lnTo>
                  <a:pt x="1831983" y="1466454"/>
                </a:lnTo>
                <a:cubicBezTo>
                  <a:pt x="2171713" y="1545279"/>
                  <a:pt x="2334158" y="1639067"/>
                  <a:pt x="2533793" y="1871644"/>
                </a:cubicBezTo>
                <a:lnTo>
                  <a:pt x="2655130" y="1752801"/>
                </a:lnTo>
                <a:cubicBezTo>
                  <a:pt x="2623271" y="1710443"/>
                  <a:pt x="2589631" y="1671169"/>
                  <a:pt x="2553401" y="1635762"/>
                </a:cubicBezTo>
                <a:cubicBezTo>
                  <a:pt x="2626342" y="1620812"/>
                  <a:pt x="2694472" y="1585039"/>
                  <a:pt x="2748239" y="1530606"/>
                </a:cubicBezTo>
                <a:cubicBezTo>
                  <a:pt x="2959801" y="1699876"/>
                  <a:pt x="3152007" y="1908367"/>
                  <a:pt x="3223775" y="2111154"/>
                </a:cubicBezTo>
                <a:cubicBezTo>
                  <a:pt x="3265103" y="2076949"/>
                  <a:pt x="3316077" y="2055387"/>
                  <a:pt x="3371292" y="2047279"/>
                </a:cubicBezTo>
                <a:cubicBezTo>
                  <a:pt x="3454199" y="2035105"/>
                  <a:pt x="3536665" y="2054733"/>
                  <a:pt x="3603728" y="2099347"/>
                </a:cubicBezTo>
                <a:cubicBezTo>
                  <a:pt x="3679156" y="2088543"/>
                  <a:pt x="3756158" y="2095770"/>
                  <a:pt x="3828792" y="2119628"/>
                </a:cubicBezTo>
                <a:cubicBezTo>
                  <a:pt x="3870454" y="2133311"/>
                  <a:pt x="3910678" y="2152466"/>
                  <a:pt x="3948369" y="2177025"/>
                </a:cubicBezTo>
                <a:close/>
                <a:moveTo>
                  <a:pt x="2661401" y="883270"/>
                </a:moveTo>
                <a:cubicBezTo>
                  <a:pt x="2838812" y="985699"/>
                  <a:pt x="2899598" y="1212554"/>
                  <a:pt x="2797170" y="1389966"/>
                </a:cubicBezTo>
                <a:cubicBezTo>
                  <a:pt x="2694741" y="1567377"/>
                  <a:pt x="2467885" y="1628163"/>
                  <a:pt x="2290474" y="1525735"/>
                </a:cubicBezTo>
                <a:cubicBezTo>
                  <a:pt x="2113063" y="1423306"/>
                  <a:pt x="2052277" y="1196450"/>
                  <a:pt x="2154705" y="1019039"/>
                </a:cubicBezTo>
                <a:cubicBezTo>
                  <a:pt x="2257134" y="841627"/>
                  <a:pt x="2483990" y="780842"/>
                  <a:pt x="2661401" y="883270"/>
                </a:cubicBezTo>
                <a:close/>
                <a:moveTo>
                  <a:pt x="2494139" y="49756"/>
                </a:moveTo>
                <a:cubicBezTo>
                  <a:pt x="2671551" y="152184"/>
                  <a:pt x="2732337" y="379040"/>
                  <a:pt x="2629908" y="556451"/>
                </a:cubicBezTo>
                <a:cubicBezTo>
                  <a:pt x="2527480" y="733863"/>
                  <a:pt x="2300624" y="794648"/>
                  <a:pt x="2123212" y="692220"/>
                </a:cubicBezTo>
                <a:cubicBezTo>
                  <a:pt x="1945801" y="589791"/>
                  <a:pt x="1885015" y="362936"/>
                  <a:pt x="1987444" y="185524"/>
                </a:cubicBezTo>
                <a:cubicBezTo>
                  <a:pt x="2089872" y="8113"/>
                  <a:pt x="2316728" y="-52673"/>
                  <a:pt x="2494139" y="4975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" name="Rounded Rectangle 9"/>
          <p:cNvSpPr/>
          <p:nvPr/>
        </p:nvSpPr>
        <p:spPr>
          <a:xfrm>
            <a:off x="4560896" y="2102916"/>
            <a:ext cx="296262" cy="296262"/>
          </a:xfrm>
          <a:custGeom>
            <a:avLst/>
            <a:gdLst/>
            <a:ahLst/>
            <a:cxnLst/>
            <a:rect l="l" t="t" r="r" b="b"/>
            <a:pathLst>
              <a:path w="3960440" h="3960000">
                <a:moveTo>
                  <a:pt x="1588743" y="1414211"/>
                </a:moveTo>
                <a:cubicBezTo>
                  <a:pt x="1540407" y="1411706"/>
                  <a:pt x="1506842" y="1440258"/>
                  <a:pt x="1506842" y="1478573"/>
                </a:cubicBezTo>
                <a:lnTo>
                  <a:pt x="1506842" y="2462752"/>
                </a:lnTo>
                <a:cubicBezTo>
                  <a:pt x="1506842" y="2484086"/>
                  <a:pt x="1516471" y="2503171"/>
                  <a:pt x="1532201" y="2515206"/>
                </a:cubicBezTo>
                <a:cubicBezTo>
                  <a:pt x="1552351" y="2541621"/>
                  <a:pt x="1589483" y="2548946"/>
                  <a:pt x="1619199" y="2531790"/>
                </a:cubicBezTo>
                <a:lnTo>
                  <a:pt x="2471524" y="2039700"/>
                </a:lnTo>
                <a:cubicBezTo>
                  <a:pt x="2509339" y="2017643"/>
                  <a:pt x="2509577" y="1945490"/>
                  <a:pt x="2464719" y="1913406"/>
                </a:cubicBezTo>
                <a:cubicBezTo>
                  <a:pt x="2315501" y="1808322"/>
                  <a:pt x="1748389" y="1486683"/>
                  <a:pt x="1588743" y="1414211"/>
                </a:cubicBezTo>
                <a:close/>
                <a:moveTo>
                  <a:pt x="1982320" y="904379"/>
                </a:moveTo>
                <a:cubicBezTo>
                  <a:pt x="2575020" y="904379"/>
                  <a:pt x="3055498" y="1384857"/>
                  <a:pt x="3055498" y="1977557"/>
                </a:cubicBezTo>
                <a:cubicBezTo>
                  <a:pt x="3055498" y="2570257"/>
                  <a:pt x="2575020" y="3050735"/>
                  <a:pt x="1982320" y="3050735"/>
                </a:cubicBezTo>
                <a:cubicBezTo>
                  <a:pt x="1389620" y="3050735"/>
                  <a:pt x="909142" y="2570257"/>
                  <a:pt x="909142" y="1977557"/>
                </a:cubicBezTo>
                <a:cubicBezTo>
                  <a:pt x="909142" y="1384857"/>
                  <a:pt x="1389620" y="904379"/>
                  <a:pt x="1982320" y="904379"/>
                </a:cubicBezTo>
                <a:close/>
                <a:moveTo>
                  <a:pt x="1982320" y="537397"/>
                </a:moveTo>
                <a:cubicBezTo>
                  <a:pt x="1186942" y="537397"/>
                  <a:pt x="542160" y="1182179"/>
                  <a:pt x="542160" y="1977557"/>
                </a:cubicBezTo>
                <a:cubicBezTo>
                  <a:pt x="542160" y="2772935"/>
                  <a:pt x="1186942" y="3417717"/>
                  <a:pt x="1982320" y="3417717"/>
                </a:cubicBezTo>
                <a:cubicBezTo>
                  <a:pt x="2777698" y="3417717"/>
                  <a:pt x="3422480" y="2772935"/>
                  <a:pt x="3422480" y="1977557"/>
                </a:cubicBezTo>
                <a:cubicBezTo>
                  <a:pt x="3422480" y="1182179"/>
                  <a:pt x="2777698" y="537397"/>
                  <a:pt x="1982320" y="537397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2" name="Freeform 39"/>
          <p:cNvSpPr>
            <a:spLocks noChangeAspect="1"/>
          </p:cNvSpPr>
          <p:nvPr/>
        </p:nvSpPr>
        <p:spPr>
          <a:xfrm rot="8580000">
            <a:off x="4560501" y="5539841"/>
            <a:ext cx="297051" cy="296262"/>
          </a:xfrm>
          <a:custGeom>
            <a:avLst/>
            <a:gdLst/>
            <a:ahLst/>
            <a:cxnLst/>
            <a:rect l="l" t="t" r="r" b="b"/>
            <a:pathLst>
              <a:path w="3872365" h="3862045">
                <a:moveTo>
                  <a:pt x="1786489" y="808318"/>
                </a:moveTo>
                <a:cubicBezTo>
                  <a:pt x="1525809" y="610106"/>
                  <a:pt x="1257124" y="397966"/>
                  <a:pt x="1040385" y="230829"/>
                </a:cubicBezTo>
                <a:cubicBezTo>
                  <a:pt x="1905215" y="-194386"/>
                  <a:pt x="2650439" y="24572"/>
                  <a:pt x="3162062" y="429660"/>
                </a:cubicBezTo>
                <a:cubicBezTo>
                  <a:pt x="3007351" y="875340"/>
                  <a:pt x="2905932" y="1443216"/>
                  <a:pt x="2745609" y="1410478"/>
                </a:cubicBezTo>
                <a:cubicBezTo>
                  <a:pt x="2633182" y="1430335"/>
                  <a:pt x="2220955" y="1138671"/>
                  <a:pt x="1786489" y="808318"/>
                </a:cubicBezTo>
                <a:close/>
                <a:moveTo>
                  <a:pt x="2701004" y="2590217"/>
                </a:moveTo>
                <a:cubicBezTo>
                  <a:pt x="2682933" y="2576481"/>
                  <a:pt x="2672282" y="2559744"/>
                  <a:pt x="2670336" y="2539383"/>
                </a:cubicBezTo>
                <a:cubicBezTo>
                  <a:pt x="2587360" y="2376647"/>
                  <a:pt x="3042640" y="1246798"/>
                  <a:pt x="3299881" y="563773"/>
                </a:cubicBezTo>
                <a:cubicBezTo>
                  <a:pt x="3959368" y="1266493"/>
                  <a:pt x="3967860" y="2043171"/>
                  <a:pt x="3730056" y="2650875"/>
                </a:cubicBezTo>
                <a:cubicBezTo>
                  <a:pt x="3317547" y="2635434"/>
                  <a:pt x="2827499" y="2686366"/>
                  <a:pt x="2701004" y="2590217"/>
                </a:cubicBezTo>
                <a:close/>
                <a:moveTo>
                  <a:pt x="19691" y="2248546"/>
                </a:moveTo>
                <a:cubicBezTo>
                  <a:pt x="-100797" y="1292396"/>
                  <a:pt x="348853" y="659059"/>
                  <a:pt x="898439" y="307194"/>
                </a:cubicBezTo>
                <a:cubicBezTo>
                  <a:pt x="1269469" y="598575"/>
                  <a:pt x="1773388" y="879352"/>
                  <a:pt x="1690237" y="1020281"/>
                </a:cubicBezTo>
                <a:cubicBezTo>
                  <a:pt x="1661713" y="1200709"/>
                  <a:pt x="629275" y="1847170"/>
                  <a:pt x="19691" y="2248546"/>
                </a:cubicBezTo>
                <a:close/>
                <a:moveTo>
                  <a:pt x="1805382" y="3858278"/>
                </a:moveTo>
                <a:cubicBezTo>
                  <a:pt x="1676483" y="3404460"/>
                  <a:pt x="1433840" y="2881111"/>
                  <a:pt x="1583946" y="2815971"/>
                </a:cubicBezTo>
                <a:cubicBezTo>
                  <a:pt x="1713076" y="2686769"/>
                  <a:pt x="2928316" y="2770622"/>
                  <a:pt x="3657403" y="2804207"/>
                </a:cubicBezTo>
                <a:cubicBezTo>
                  <a:pt x="3192869" y="3648569"/>
                  <a:pt x="2456828" y="3896652"/>
                  <a:pt x="1805382" y="3858278"/>
                </a:cubicBezTo>
                <a:close/>
                <a:moveTo>
                  <a:pt x="762284" y="3480575"/>
                </a:moveTo>
                <a:cubicBezTo>
                  <a:pt x="380940" y="3198297"/>
                  <a:pt x="161300" y="2806810"/>
                  <a:pt x="58293" y="2412172"/>
                </a:cubicBezTo>
                <a:cubicBezTo>
                  <a:pt x="450067" y="2149344"/>
                  <a:pt x="872820" y="1756853"/>
                  <a:pt x="981158" y="1879484"/>
                </a:cubicBezTo>
                <a:cubicBezTo>
                  <a:pt x="1143940" y="1962367"/>
                  <a:pt x="1439720" y="3144041"/>
                  <a:pt x="1633080" y="3847823"/>
                </a:cubicBezTo>
                <a:cubicBezTo>
                  <a:pt x="1278110" y="3779994"/>
                  <a:pt x="991090" y="3649942"/>
                  <a:pt x="762284" y="34805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2" name="Freeform: Shape 54"/>
          <p:cNvSpPr/>
          <p:nvPr/>
        </p:nvSpPr>
        <p:spPr>
          <a:xfrm>
            <a:off x="6378575" y="1766570"/>
            <a:ext cx="4451985" cy="1463040"/>
          </a:xfrm>
          <a:custGeom>
            <a:avLst/>
            <a:gdLst>
              <a:gd name="connsiteX0" fmla="*/ 4095750 w 4095750"/>
              <a:gd name="connsiteY0" fmla="*/ 0 h 800100"/>
              <a:gd name="connsiteX1" fmla="*/ 0 w 4095750"/>
              <a:gd name="connsiteY1" fmla="*/ 0 h 800100"/>
              <a:gd name="connsiteX2" fmla="*/ 0 w 4095750"/>
              <a:gd name="connsiteY2" fmla="*/ 800100 h 800100"/>
              <a:gd name="connsiteX3" fmla="*/ 4086225 w 4095750"/>
              <a:gd name="connsiteY3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95750" h="800100">
                <a:moveTo>
                  <a:pt x="4095750" y="0"/>
                </a:moveTo>
                <a:lnTo>
                  <a:pt x="0" y="0"/>
                </a:lnTo>
                <a:lnTo>
                  <a:pt x="0" y="800100"/>
                </a:lnTo>
                <a:lnTo>
                  <a:pt x="4086225" y="800100"/>
                </a:lnTo>
              </a:path>
            </a:pathLst>
          </a:cu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55"/>
          <p:cNvSpPr/>
          <p:nvPr/>
        </p:nvSpPr>
        <p:spPr>
          <a:xfrm>
            <a:off x="7084695" y="4148455"/>
            <a:ext cx="4451985" cy="1818005"/>
          </a:xfrm>
          <a:custGeom>
            <a:avLst/>
            <a:gdLst>
              <a:gd name="connsiteX0" fmla="*/ 4095750 w 4095750"/>
              <a:gd name="connsiteY0" fmla="*/ 0 h 800100"/>
              <a:gd name="connsiteX1" fmla="*/ 0 w 4095750"/>
              <a:gd name="connsiteY1" fmla="*/ 0 h 800100"/>
              <a:gd name="connsiteX2" fmla="*/ 0 w 4095750"/>
              <a:gd name="connsiteY2" fmla="*/ 800100 h 800100"/>
              <a:gd name="connsiteX3" fmla="*/ 4086225 w 4095750"/>
              <a:gd name="connsiteY3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95750" h="800100">
                <a:moveTo>
                  <a:pt x="4095750" y="0"/>
                </a:moveTo>
                <a:lnTo>
                  <a:pt x="0" y="0"/>
                </a:lnTo>
                <a:lnTo>
                  <a:pt x="0" y="800100"/>
                </a:lnTo>
                <a:lnTo>
                  <a:pt x="4086225" y="8001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6770370" y="2009140"/>
            <a:ext cx="40608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s-MX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Es una consulta anidada que se escribe dentro de la cl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á</a:t>
            </a:r>
            <a:r>
              <a:rPr lang="en-US" altLang="es-MX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usula FROM de una consulta principal.</a:t>
            </a:r>
            <a:endParaRPr lang="en-US" altLang="es-MX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endParaRPr lang="en-US" altLang="es-MX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09485" y="4438650"/>
            <a:ext cx="40608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s-MX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Esta subconsulta se ejecuta primero y el resultado que produce se usa como si fuera una tabla temporal (tambi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é</a:t>
            </a:r>
            <a:r>
              <a:rPr lang="en-US" altLang="es-MX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n se le llama tabla derivada).</a:t>
            </a:r>
            <a:endParaRPr lang="en-US" altLang="es-MX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endParaRPr lang="en-US" altLang="es-MX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37" name="Group 293"/>
          <p:cNvGrpSpPr/>
          <p:nvPr/>
        </p:nvGrpSpPr>
        <p:grpSpPr>
          <a:xfrm>
            <a:off x="903382" y="3271851"/>
            <a:ext cx="2717471" cy="1806485"/>
            <a:chOff x="6917382" y="4652701"/>
            <a:chExt cx="2983072" cy="1983048"/>
          </a:xfrm>
        </p:grpSpPr>
        <p:sp>
          <p:nvSpPr>
            <p:cNvPr id="38" name="Freeform: Shape 294"/>
            <p:cNvSpPr/>
            <p:nvPr/>
          </p:nvSpPr>
          <p:spPr>
            <a:xfrm>
              <a:off x="6917382" y="4652701"/>
              <a:ext cx="2983072" cy="1983048"/>
            </a:xfrm>
            <a:custGeom>
              <a:avLst/>
              <a:gdLst>
                <a:gd name="connsiteX0" fmla="*/ 2977241 w 2983072"/>
                <a:gd name="connsiteY0" fmla="*/ 1404120 h 1983048"/>
                <a:gd name="connsiteX1" fmla="*/ 1664038 w 2983072"/>
                <a:gd name="connsiteY1" fmla="*/ 1312116 h 1983048"/>
                <a:gd name="connsiteX2" fmla="*/ 1634323 w 2983072"/>
                <a:gd name="connsiteY2" fmla="*/ 1288114 h 1983048"/>
                <a:gd name="connsiteX3" fmla="*/ 1230305 w 2983072"/>
                <a:gd name="connsiteY3" fmla="*/ 69774 h 1983048"/>
                <a:gd name="connsiteX4" fmla="*/ 1130872 w 2983072"/>
                <a:gd name="connsiteY4" fmla="*/ 56 h 1983048"/>
                <a:gd name="connsiteX5" fmla="*/ 68538 w 2983072"/>
                <a:gd name="connsiteY5" fmla="*/ 15486 h 1983048"/>
                <a:gd name="connsiteX6" fmla="*/ 1678 w 2983072"/>
                <a:gd name="connsiteY6" fmla="*/ 98918 h 1983048"/>
                <a:gd name="connsiteX7" fmla="*/ 437126 w 2983072"/>
                <a:gd name="connsiteY7" fmla="*/ 1469265 h 1983048"/>
                <a:gd name="connsiteX8" fmla="*/ 531416 w 2983072"/>
                <a:gd name="connsiteY8" fmla="*/ 1703562 h 1983048"/>
                <a:gd name="connsiteX9" fmla="*/ 478271 w 2983072"/>
                <a:gd name="connsiteY9" fmla="*/ 1825853 h 1983048"/>
                <a:gd name="connsiteX10" fmla="*/ 554274 w 2983072"/>
                <a:gd name="connsiteY10" fmla="*/ 1888141 h 1983048"/>
                <a:gd name="connsiteX11" fmla="*/ 2109201 w 2983072"/>
                <a:gd name="connsiteY11" fmla="*/ 1983003 h 1983048"/>
                <a:gd name="connsiteX12" fmla="*/ 2322354 w 2983072"/>
                <a:gd name="connsiteY12" fmla="*/ 1912714 h 1983048"/>
                <a:gd name="connsiteX13" fmla="*/ 2959525 w 2983072"/>
                <a:gd name="connsiteY13" fmla="*/ 1470408 h 1983048"/>
                <a:gd name="connsiteX14" fmla="*/ 2977241 w 2983072"/>
                <a:gd name="connsiteY14" fmla="*/ 1404120 h 1983048"/>
                <a:gd name="connsiteX15" fmla="*/ 2977241 w 2983072"/>
                <a:gd name="connsiteY15" fmla="*/ 1404120 h 1983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3072" h="1983048">
                  <a:moveTo>
                    <a:pt x="2977241" y="1404120"/>
                  </a:moveTo>
                  <a:cubicBezTo>
                    <a:pt x="2934953" y="1378976"/>
                    <a:pt x="1826903" y="1330402"/>
                    <a:pt x="1664038" y="1312116"/>
                  </a:cubicBezTo>
                  <a:cubicBezTo>
                    <a:pt x="1645752" y="1310401"/>
                    <a:pt x="1638895" y="1303544"/>
                    <a:pt x="1634323" y="1288114"/>
                  </a:cubicBezTo>
                  <a:cubicBezTo>
                    <a:pt x="1595464" y="1168680"/>
                    <a:pt x="1325737" y="356644"/>
                    <a:pt x="1230305" y="69774"/>
                  </a:cubicBezTo>
                  <a:cubicBezTo>
                    <a:pt x="1212018" y="14914"/>
                    <a:pt x="1189160" y="-1087"/>
                    <a:pt x="1130872" y="56"/>
                  </a:cubicBezTo>
                  <a:cubicBezTo>
                    <a:pt x="1060011" y="1199"/>
                    <a:pt x="140541" y="14914"/>
                    <a:pt x="68538" y="15486"/>
                  </a:cubicBezTo>
                  <a:cubicBezTo>
                    <a:pt x="17678" y="16057"/>
                    <a:pt x="-6894" y="48059"/>
                    <a:pt x="1678" y="98918"/>
                  </a:cubicBezTo>
                  <a:cubicBezTo>
                    <a:pt x="6249" y="125776"/>
                    <a:pt x="422840" y="1433835"/>
                    <a:pt x="437126" y="1469265"/>
                  </a:cubicBezTo>
                  <a:cubicBezTo>
                    <a:pt x="467413" y="1548126"/>
                    <a:pt x="471413" y="1637273"/>
                    <a:pt x="531416" y="1703562"/>
                  </a:cubicBezTo>
                  <a:cubicBezTo>
                    <a:pt x="458270" y="1744707"/>
                    <a:pt x="455413" y="1751564"/>
                    <a:pt x="478271" y="1825853"/>
                  </a:cubicBezTo>
                  <a:cubicBezTo>
                    <a:pt x="489700" y="1863569"/>
                    <a:pt x="514272" y="1885284"/>
                    <a:pt x="554274" y="1888141"/>
                  </a:cubicBezTo>
                  <a:cubicBezTo>
                    <a:pt x="729711" y="1900713"/>
                    <a:pt x="1952051" y="1985289"/>
                    <a:pt x="2109201" y="1983003"/>
                  </a:cubicBezTo>
                  <a:cubicBezTo>
                    <a:pt x="2188062" y="1981288"/>
                    <a:pt x="2226350" y="1983574"/>
                    <a:pt x="2322354" y="1912714"/>
                  </a:cubicBezTo>
                  <a:cubicBezTo>
                    <a:pt x="2388643" y="1865283"/>
                    <a:pt x="2905809" y="1512125"/>
                    <a:pt x="2959525" y="1470408"/>
                  </a:cubicBezTo>
                  <a:cubicBezTo>
                    <a:pt x="2984670" y="1449836"/>
                    <a:pt x="2988098" y="1430978"/>
                    <a:pt x="2977241" y="1404120"/>
                  </a:cubicBezTo>
                  <a:lnTo>
                    <a:pt x="2977241" y="1404120"/>
                  </a:lnTo>
                  <a:close/>
                </a:path>
              </a:pathLst>
            </a:custGeom>
            <a:solidFill>
              <a:srgbClr val="484848"/>
            </a:solidFill>
            <a:ln w="5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295"/>
            <p:cNvSpPr/>
            <p:nvPr/>
          </p:nvSpPr>
          <p:spPr>
            <a:xfrm>
              <a:off x="7049409" y="4778370"/>
              <a:ext cx="1445617" cy="1416648"/>
            </a:xfrm>
            <a:custGeom>
              <a:avLst/>
              <a:gdLst>
                <a:gd name="connsiteX0" fmla="*/ 1442293 w 1445617"/>
                <a:gd name="connsiteY0" fmla="*/ 1036725 h 1416648"/>
                <a:gd name="connsiteX1" fmla="*/ 1349718 w 1445617"/>
                <a:gd name="connsiteY1" fmla="*/ 770427 h 1416648"/>
                <a:gd name="connsiteX2" fmla="*/ 1094277 w 1445617"/>
                <a:gd name="connsiteY2" fmla="*/ 25251 h 1416648"/>
                <a:gd name="connsiteX3" fmla="*/ 1059419 w 1445617"/>
                <a:gd name="connsiteY3" fmla="*/ 107 h 1416648"/>
                <a:gd name="connsiteX4" fmla="*/ 62802 w 1445617"/>
                <a:gd name="connsiteY4" fmla="*/ 41251 h 1416648"/>
                <a:gd name="connsiteX5" fmla="*/ 13086 w 1445617"/>
                <a:gd name="connsiteY5" fmla="*/ 109255 h 1416648"/>
                <a:gd name="connsiteX6" fmla="*/ 166807 w 1445617"/>
                <a:gd name="connsiteY6" fmla="*/ 575561 h 1416648"/>
                <a:gd name="connsiteX7" fmla="*/ 430247 w 1445617"/>
                <a:gd name="connsiteY7" fmla="*/ 1385312 h 1416648"/>
                <a:gd name="connsiteX8" fmla="*/ 478250 w 1445617"/>
                <a:gd name="connsiteY8" fmla="*/ 1408742 h 1416648"/>
                <a:gd name="connsiteX9" fmla="*/ 1106278 w 1445617"/>
                <a:gd name="connsiteY9" fmla="*/ 1184160 h 1416648"/>
                <a:gd name="connsiteX10" fmla="*/ 1245141 w 1445617"/>
                <a:gd name="connsiteY10" fmla="*/ 1132729 h 1416648"/>
                <a:gd name="connsiteX11" fmla="*/ 1245141 w 1445617"/>
                <a:gd name="connsiteY11" fmla="*/ 1132729 h 1416648"/>
                <a:gd name="connsiteX12" fmla="*/ 1245141 w 1445617"/>
                <a:gd name="connsiteY12" fmla="*/ 1132729 h 1416648"/>
                <a:gd name="connsiteX13" fmla="*/ 1424007 w 1445617"/>
                <a:gd name="connsiteY13" fmla="*/ 1071012 h 1416648"/>
                <a:gd name="connsiteX14" fmla="*/ 1442293 w 1445617"/>
                <a:gd name="connsiteY14" fmla="*/ 1036725 h 1416648"/>
                <a:gd name="connsiteX15" fmla="*/ 1442293 w 1445617"/>
                <a:gd name="connsiteY15" fmla="*/ 1036725 h 1416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45617" h="1416648">
                  <a:moveTo>
                    <a:pt x="1442293" y="1036725"/>
                  </a:moveTo>
                  <a:cubicBezTo>
                    <a:pt x="1410292" y="948150"/>
                    <a:pt x="1380005" y="859003"/>
                    <a:pt x="1349718" y="770427"/>
                  </a:cubicBezTo>
                  <a:cubicBezTo>
                    <a:pt x="1263999" y="521845"/>
                    <a:pt x="1178853" y="273833"/>
                    <a:pt x="1094277" y="25251"/>
                  </a:cubicBezTo>
                  <a:cubicBezTo>
                    <a:pt x="1087991" y="6964"/>
                    <a:pt x="1080563" y="-1036"/>
                    <a:pt x="1059419" y="107"/>
                  </a:cubicBezTo>
                  <a:cubicBezTo>
                    <a:pt x="1013131" y="2964"/>
                    <a:pt x="181093" y="35537"/>
                    <a:pt x="62802" y="41251"/>
                  </a:cubicBezTo>
                  <a:cubicBezTo>
                    <a:pt x="-9201" y="44680"/>
                    <a:pt x="-9201" y="41823"/>
                    <a:pt x="13086" y="109255"/>
                  </a:cubicBezTo>
                  <a:cubicBezTo>
                    <a:pt x="64517" y="264690"/>
                    <a:pt x="115948" y="420126"/>
                    <a:pt x="166807" y="575561"/>
                  </a:cubicBezTo>
                  <a:cubicBezTo>
                    <a:pt x="254811" y="845288"/>
                    <a:pt x="342243" y="1115586"/>
                    <a:pt x="430247" y="1385312"/>
                  </a:cubicBezTo>
                  <a:cubicBezTo>
                    <a:pt x="442248" y="1422457"/>
                    <a:pt x="442819" y="1421314"/>
                    <a:pt x="478250" y="1408742"/>
                  </a:cubicBezTo>
                  <a:cubicBezTo>
                    <a:pt x="687973" y="1333881"/>
                    <a:pt x="897126" y="1259592"/>
                    <a:pt x="1106278" y="1184160"/>
                  </a:cubicBezTo>
                  <a:cubicBezTo>
                    <a:pt x="1152566" y="1167588"/>
                    <a:pt x="1201139" y="1155016"/>
                    <a:pt x="1245141" y="1132729"/>
                  </a:cubicBezTo>
                  <a:lnTo>
                    <a:pt x="1245141" y="1132729"/>
                  </a:lnTo>
                  <a:lnTo>
                    <a:pt x="1245141" y="1132729"/>
                  </a:lnTo>
                  <a:cubicBezTo>
                    <a:pt x="1304573" y="1112157"/>
                    <a:pt x="1364004" y="1090442"/>
                    <a:pt x="1424007" y="1071012"/>
                  </a:cubicBezTo>
                  <a:cubicBezTo>
                    <a:pt x="1445150" y="1065298"/>
                    <a:pt x="1449722" y="1057869"/>
                    <a:pt x="1442293" y="1036725"/>
                  </a:cubicBezTo>
                  <a:lnTo>
                    <a:pt x="1442293" y="1036725"/>
                  </a:lnTo>
                  <a:close/>
                </a:path>
              </a:pathLst>
            </a:custGeom>
            <a:solidFill>
              <a:schemeClr val="accent1"/>
            </a:solidFill>
            <a:ln w="5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296"/>
            <p:cNvSpPr/>
            <p:nvPr/>
          </p:nvSpPr>
          <p:spPr>
            <a:xfrm>
              <a:off x="7048837" y="4800764"/>
              <a:ext cx="1251998" cy="1394255"/>
            </a:xfrm>
            <a:custGeom>
              <a:avLst/>
              <a:gdLst>
                <a:gd name="connsiteX0" fmla="*/ 1251999 w 1251998"/>
                <a:gd name="connsiteY0" fmla="*/ 1108050 h 1394255"/>
                <a:gd name="connsiteX1" fmla="*/ 413104 w 1251998"/>
                <a:gd name="connsiteY1" fmla="*/ 0 h 1394255"/>
                <a:gd name="connsiteX2" fmla="*/ 62802 w 1251998"/>
                <a:gd name="connsiteY2" fmla="*/ 16001 h 1394255"/>
                <a:gd name="connsiteX3" fmla="*/ 13086 w 1251998"/>
                <a:gd name="connsiteY3" fmla="*/ 84575 h 1394255"/>
                <a:gd name="connsiteX4" fmla="*/ 166807 w 1251998"/>
                <a:gd name="connsiteY4" fmla="*/ 551453 h 1394255"/>
                <a:gd name="connsiteX5" fmla="*/ 429676 w 1251998"/>
                <a:gd name="connsiteY5" fmla="*/ 1362919 h 1394255"/>
                <a:gd name="connsiteX6" fmla="*/ 477678 w 1251998"/>
                <a:gd name="connsiteY6" fmla="*/ 1386348 h 1394255"/>
                <a:gd name="connsiteX7" fmla="*/ 1105706 w 1251998"/>
                <a:gd name="connsiteY7" fmla="*/ 1161195 h 1394255"/>
                <a:gd name="connsiteX8" fmla="*/ 1244570 w 1251998"/>
                <a:gd name="connsiteY8" fmla="*/ 1109764 h 1394255"/>
                <a:gd name="connsiteX9" fmla="*/ 1244570 w 1251998"/>
                <a:gd name="connsiteY9" fmla="*/ 1109764 h 1394255"/>
                <a:gd name="connsiteX10" fmla="*/ 1244570 w 1251998"/>
                <a:gd name="connsiteY10" fmla="*/ 1109764 h 1394255"/>
                <a:gd name="connsiteX11" fmla="*/ 1251999 w 1251998"/>
                <a:gd name="connsiteY11" fmla="*/ 1108050 h 1394255"/>
                <a:gd name="connsiteX12" fmla="*/ 1251999 w 1251998"/>
                <a:gd name="connsiteY12" fmla="*/ 1108050 h 139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1998" h="1394255">
                  <a:moveTo>
                    <a:pt x="1251999" y="1108050"/>
                  </a:moveTo>
                  <a:lnTo>
                    <a:pt x="413104" y="0"/>
                  </a:lnTo>
                  <a:cubicBezTo>
                    <a:pt x="296527" y="10858"/>
                    <a:pt x="179379" y="10286"/>
                    <a:pt x="62802" y="16001"/>
                  </a:cubicBezTo>
                  <a:cubicBezTo>
                    <a:pt x="-9201" y="19429"/>
                    <a:pt x="-9201" y="16572"/>
                    <a:pt x="13086" y="84575"/>
                  </a:cubicBezTo>
                  <a:cubicBezTo>
                    <a:pt x="64517" y="240011"/>
                    <a:pt x="115948" y="396018"/>
                    <a:pt x="166807" y="551453"/>
                  </a:cubicBezTo>
                  <a:cubicBezTo>
                    <a:pt x="254811" y="821751"/>
                    <a:pt x="342243" y="1092049"/>
                    <a:pt x="429676" y="1362919"/>
                  </a:cubicBezTo>
                  <a:cubicBezTo>
                    <a:pt x="441677" y="1400063"/>
                    <a:pt x="442248" y="1398920"/>
                    <a:pt x="477678" y="1386348"/>
                  </a:cubicBezTo>
                  <a:cubicBezTo>
                    <a:pt x="686830" y="1311488"/>
                    <a:pt x="896554" y="1237199"/>
                    <a:pt x="1105706" y="1161195"/>
                  </a:cubicBezTo>
                  <a:cubicBezTo>
                    <a:pt x="1151994" y="1144623"/>
                    <a:pt x="1200568" y="1132051"/>
                    <a:pt x="1244570" y="1109764"/>
                  </a:cubicBezTo>
                  <a:lnTo>
                    <a:pt x="1244570" y="1109764"/>
                  </a:lnTo>
                  <a:lnTo>
                    <a:pt x="1244570" y="1109764"/>
                  </a:lnTo>
                  <a:cubicBezTo>
                    <a:pt x="1247427" y="1109764"/>
                    <a:pt x="1249713" y="1108621"/>
                    <a:pt x="1251999" y="1108050"/>
                  </a:cubicBezTo>
                  <a:lnTo>
                    <a:pt x="1251999" y="110805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5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297"/>
            <p:cNvSpPr/>
            <p:nvPr/>
          </p:nvSpPr>
          <p:spPr>
            <a:xfrm>
              <a:off x="7409336" y="6400982"/>
              <a:ext cx="1760252" cy="217078"/>
            </a:xfrm>
            <a:custGeom>
              <a:avLst/>
              <a:gdLst>
                <a:gd name="connsiteX0" fmla="*/ 1634963 w 1760252"/>
                <a:gd name="connsiteY0" fmla="*/ 216435 h 217078"/>
                <a:gd name="connsiteX1" fmla="*/ 84035 w 1760252"/>
                <a:gd name="connsiteY1" fmla="*/ 121574 h 217078"/>
                <a:gd name="connsiteX2" fmla="*/ 603 w 1760252"/>
                <a:gd name="connsiteY2" fmla="*/ 29570 h 217078"/>
                <a:gd name="connsiteX3" fmla="*/ 37748 w 1760252"/>
                <a:gd name="connsiteY3" fmla="*/ 997 h 217078"/>
                <a:gd name="connsiteX4" fmla="*/ 1735539 w 1760252"/>
                <a:gd name="connsiteY4" fmla="*/ 162718 h 217078"/>
                <a:gd name="connsiteX5" fmla="*/ 1760111 w 1760252"/>
                <a:gd name="connsiteY5" fmla="*/ 178719 h 217078"/>
                <a:gd name="connsiteX6" fmla="*/ 1737824 w 1760252"/>
                <a:gd name="connsiteY6" fmla="*/ 197577 h 217078"/>
                <a:gd name="connsiteX7" fmla="*/ 1634963 w 1760252"/>
                <a:gd name="connsiteY7" fmla="*/ 216435 h 217078"/>
                <a:gd name="connsiteX8" fmla="*/ 1634963 w 1760252"/>
                <a:gd name="connsiteY8" fmla="*/ 216435 h 2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0252" h="217078">
                  <a:moveTo>
                    <a:pt x="1634963" y="216435"/>
                  </a:moveTo>
                  <a:cubicBezTo>
                    <a:pt x="1518386" y="208435"/>
                    <a:pt x="207470" y="130145"/>
                    <a:pt x="84035" y="121574"/>
                  </a:cubicBezTo>
                  <a:cubicBezTo>
                    <a:pt x="30319" y="118145"/>
                    <a:pt x="-5111" y="77572"/>
                    <a:pt x="603" y="29570"/>
                  </a:cubicBezTo>
                  <a:cubicBezTo>
                    <a:pt x="3460" y="7854"/>
                    <a:pt x="13175" y="-3575"/>
                    <a:pt x="37748" y="997"/>
                  </a:cubicBezTo>
                  <a:cubicBezTo>
                    <a:pt x="112608" y="13569"/>
                    <a:pt x="1641820" y="147289"/>
                    <a:pt x="1735539" y="162718"/>
                  </a:cubicBezTo>
                  <a:cubicBezTo>
                    <a:pt x="1746968" y="164433"/>
                    <a:pt x="1758397" y="167290"/>
                    <a:pt x="1760111" y="178719"/>
                  </a:cubicBezTo>
                  <a:cubicBezTo>
                    <a:pt x="1761825" y="192434"/>
                    <a:pt x="1747539" y="194148"/>
                    <a:pt x="1737824" y="197577"/>
                  </a:cubicBezTo>
                  <a:cubicBezTo>
                    <a:pt x="1704109" y="209006"/>
                    <a:pt x="1670964" y="219864"/>
                    <a:pt x="1634963" y="216435"/>
                  </a:cubicBezTo>
                  <a:lnTo>
                    <a:pt x="1634963" y="216435"/>
                  </a:lnTo>
                  <a:close/>
                </a:path>
              </a:pathLst>
            </a:custGeom>
            <a:solidFill>
              <a:srgbClr val="6F6F6F"/>
            </a:solidFill>
            <a:ln w="5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298"/>
            <p:cNvSpPr/>
            <p:nvPr/>
          </p:nvSpPr>
          <p:spPr>
            <a:xfrm>
              <a:off x="6952507" y="4726584"/>
              <a:ext cx="531234" cy="1611633"/>
            </a:xfrm>
            <a:custGeom>
              <a:avLst/>
              <a:gdLst>
                <a:gd name="connsiteX0" fmla="*/ 531149 w 531234"/>
                <a:gd name="connsiteY0" fmla="*/ 1599963 h 1611633"/>
                <a:gd name="connsiteX1" fmla="*/ 524291 w 531234"/>
                <a:gd name="connsiteY1" fmla="*/ 1610821 h 1611633"/>
                <a:gd name="connsiteX2" fmla="*/ 511719 w 531234"/>
                <a:gd name="connsiteY2" fmla="*/ 1606249 h 1611633"/>
                <a:gd name="connsiteX3" fmla="*/ 500290 w 531234"/>
                <a:gd name="connsiteY3" fmla="*/ 1573105 h 1611633"/>
                <a:gd name="connsiteX4" fmla="*/ 294567 w 531234"/>
                <a:gd name="connsiteY4" fmla="*/ 933648 h 1611633"/>
                <a:gd name="connsiteX5" fmla="*/ 8840 w 531234"/>
                <a:gd name="connsiteY5" fmla="*/ 36464 h 1611633"/>
                <a:gd name="connsiteX6" fmla="*/ 8268 w 531234"/>
                <a:gd name="connsiteY6" fmla="*/ 1034 h 1611633"/>
                <a:gd name="connsiteX7" fmla="*/ 28269 w 531234"/>
                <a:gd name="connsiteY7" fmla="*/ 29035 h 1611633"/>
                <a:gd name="connsiteX8" fmla="*/ 288281 w 531234"/>
                <a:gd name="connsiteY8" fmla="*/ 843358 h 1611633"/>
                <a:gd name="connsiteX9" fmla="*/ 524863 w 531234"/>
                <a:gd name="connsiteY9" fmla="*/ 1579962 h 1611633"/>
                <a:gd name="connsiteX10" fmla="*/ 531149 w 531234"/>
                <a:gd name="connsiteY10" fmla="*/ 1599963 h 1611633"/>
                <a:gd name="connsiteX11" fmla="*/ 531149 w 531234"/>
                <a:gd name="connsiteY11" fmla="*/ 1599963 h 161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1234" h="1611633">
                  <a:moveTo>
                    <a:pt x="531149" y="1599963"/>
                  </a:moveTo>
                  <a:cubicBezTo>
                    <a:pt x="531720" y="1604535"/>
                    <a:pt x="529434" y="1608535"/>
                    <a:pt x="524291" y="1610821"/>
                  </a:cubicBezTo>
                  <a:cubicBezTo>
                    <a:pt x="518577" y="1613107"/>
                    <a:pt x="514005" y="1610249"/>
                    <a:pt x="511719" y="1606249"/>
                  </a:cubicBezTo>
                  <a:cubicBezTo>
                    <a:pt x="507148" y="1595392"/>
                    <a:pt x="503719" y="1584534"/>
                    <a:pt x="500290" y="1573105"/>
                  </a:cubicBezTo>
                  <a:cubicBezTo>
                    <a:pt x="431716" y="1359953"/>
                    <a:pt x="363141" y="1146800"/>
                    <a:pt x="294567" y="933648"/>
                  </a:cubicBezTo>
                  <a:cubicBezTo>
                    <a:pt x="199134" y="634777"/>
                    <a:pt x="103701" y="335335"/>
                    <a:pt x="8840" y="36464"/>
                  </a:cubicBezTo>
                  <a:cubicBezTo>
                    <a:pt x="5411" y="25607"/>
                    <a:pt x="-8876" y="6749"/>
                    <a:pt x="8268" y="1034"/>
                  </a:cubicBezTo>
                  <a:cubicBezTo>
                    <a:pt x="27126" y="-5252"/>
                    <a:pt x="24840" y="18749"/>
                    <a:pt x="28269" y="29035"/>
                  </a:cubicBezTo>
                  <a:cubicBezTo>
                    <a:pt x="115702" y="299905"/>
                    <a:pt x="201420" y="571917"/>
                    <a:pt x="288281" y="843358"/>
                  </a:cubicBezTo>
                  <a:cubicBezTo>
                    <a:pt x="366570" y="1089083"/>
                    <a:pt x="446002" y="1334237"/>
                    <a:pt x="524863" y="1579962"/>
                  </a:cubicBezTo>
                  <a:cubicBezTo>
                    <a:pt x="526577" y="1585677"/>
                    <a:pt x="528292" y="1592535"/>
                    <a:pt x="531149" y="1599963"/>
                  </a:cubicBezTo>
                  <a:lnTo>
                    <a:pt x="531149" y="1599963"/>
                  </a:lnTo>
                  <a:close/>
                </a:path>
              </a:pathLst>
            </a:custGeom>
            <a:solidFill>
              <a:srgbClr val="909090"/>
            </a:solidFill>
            <a:ln w="5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299"/>
            <p:cNvSpPr/>
            <p:nvPr/>
          </p:nvSpPr>
          <p:spPr>
            <a:xfrm>
              <a:off x="7729130" y="6057561"/>
              <a:ext cx="662402" cy="280414"/>
            </a:xfrm>
            <a:custGeom>
              <a:avLst/>
              <a:gdLst>
                <a:gd name="connsiteX0" fmla="*/ 13395 w 662402"/>
                <a:gd name="connsiteY0" fmla="*/ 280415 h 280414"/>
                <a:gd name="connsiteX1" fmla="*/ 251 w 662402"/>
                <a:gd name="connsiteY1" fmla="*/ 273557 h 280414"/>
                <a:gd name="connsiteX2" fmla="*/ 11109 w 662402"/>
                <a:gd name="connsiteY2" fmla="*/ 259271 h 280414"/>
                <a:gd name="connsiteX3" fmla="*/ 628280 w 662402"/>
                <a:gd name="connsiteY3" fmla="*/ 10117 h 280414"/>
                <a:gd name="connsiteX4" fmla="*/ 660853 w 662402"/>
                <a:gd name="connsiteY4" fmla="*/ 7260 h 280414"/>
                <a:gd name="connsiteX5" fmla="*/ 636852 w 662402"/>
                <a:gd name="connsiteY5" fmla="*/ 28975 h 280414"/>
                <a:gd name="connsiteX6" fmla="*/ 13395 w 662402"/>
                <a:gd name="connsiteY6" fmla="*/ 280415 h 280414"/>
                <a:gd name="connsiteX7" fmla="*/ 13395 w 662402"/>
                <a:gd name="connsiteY7" fmla="*/ 280415 h 28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402" h="280414">
                  <a:moveTo>
                    <a:pt x="13395" y="280415"/>
                  </a:moveTo>
                  <a:cubicBezTo>
                    <a:pt x="6537" y="280415"/>
                    <a:pt x="1394" y="279844"/>
                    <a:pt x="251" y="273557"/>
                  </a:cubicBezTo>
                  <a:cubicBezTo>
                    <a:pt x="-1463" y="264414"/>
                    <a:pt x="5966" y="261557"/>
                    <a:pt x="11109" y="259271"/>
                  </a:cubicBezTo>
                  <a:cubicBezTo>
                    <a:pt x="48825" y="243270"/>
                    <a:pt x="460272" y="77549"/>
                    <a:pt x="628280" y="10117"/>
                  </a:cubicBezTo>
                  <a:cubicBezTo>
                    <a:pt x="638566" y="6117"/>
                    <a:pt x="653995" y="-8741"/>
                    <a:pt x="660853" y="7260"/>
                  </a:cubicBezTo>
                  <a:cubicBezTo>
                    <a:pt x="668282" y="23832"/>
                    <a:pt x="647138" y="24403"/>
                    <a:pt x="636852" y="28975"/>
                  </a:cubicBezTo>
                  <a:cubicBezTo>
                    <a:pt x="435700" y="111265"/>
                    <a:pt x="18538" y="278701"/>
                    <a:pt x="13395" y="280415"/>
                  </a:cubicBezTo>
                  <a:lnTo>
                    <a:pt x="13395" y="280415"/>
                  </a:lnTo>
                  <a:close/>
                </a:path>
              </a:pathLst>
            </a:custGeom>
            <a:solidFill>
              <a:srgbClr val="908F90"/>
            </a:solidFill>
            <a:ln w="5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300"/>
            <p:cNvSpPr/>
            <p:nvPr/>
          </p:nvSpPr>
          <p:spPr>
            <a:xfrm>
              <a:off x="7609376" y="6263687"/>
              <a:ext cx="114290" cy="51430"/>
            </a:xfrm>
            <a:custGeom>
              <a:avLst/>
              <a:gdLst>
                <a:gd name="connsiteX0" fmla="*/ 0 w 114290"/>
                <a:gd name="connsiteY0" fmla="*/ 42288 h 51430"/>
                <a:gd name="connsiteX1" fmla="*/ 110862 w 114290"/>
                <a:gd name="connsiteY1" fmla="*/ 0 h 51430"/>
                <a:gd name="connsiteX2" fmla="*/ 114291 w 114290"/>
                <a:gd name="connsiteY2" fmla="*/ 9143 h 51430"/>
                <a:gd name="connsiteX3" fmla="*/ 3429 w 114290"/>
                <a:gd name="connsiteY3" fmla="*/ 51431 h 51430"/>
                <a:gd name="connsiteX4" fmla="*/ 0 w 114290"/>
                <a:gd name="connsiteY4" fmla="*/ 42288 h 51430"/>
                <a:gd name="connsiteX5" fmla="*/ 0 w 114290"/>
                <a:gd name="connsiteY5" fmla="*/ 42288 h 5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290" h="51430">
                  <a:moveTo>
                    <a:pt x="0" y="42288"/>
                  </a:moveTo>
                  <a:cubicBezTo>
                    <a:pt x="36573" y="28001"/>
                    <a:pt x="73718" y="14286"/>
                    <a:pt x="110862" y="0"/>
                  </a:cubicBezTo>
                  <a:cubicBezTo>
                    <a:pt x="112005" y="3429"/>
                    <a:pt x="113148" y="6286"/>
                    <a:pt x="114291" y="9143"/>
                  </a:cubicBezTo>
                  <a:cubicBezTo>
                    <a:pt x="77718" y="23429"/>
                    <a:pt x="40573" y="37145"/>
                    <a:pt x="3429" y="51431"/>
                  </a:cubicBezTo>
                  <a:cubicBezTo>
                    <a:pt x="2286" y="48574"/>
                    <a:pt x="1143" y="45145"/>
                    <a:pt x="0" y="42288"/>
                  </a:cubicBezTo>
                  <a:lnTo>
                    <a:pt x="0" y="42288"/>
                  </a:lnTo>
                  <a:close/>
                </a:path>
              </a:pathLst>
            </a:custGeom>
            <a:solidFill>
              <a:srgbClr val="D0D0D0"/>
            </a:solidFill>
            <a:ln w="5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3245127" y="2991892"/>
            <a:ext cx="1354484" cy="1923181"/>
            <a:chOff x="4160927" y="2978939"/>
            <a:chExt cx="1013906" cy="1439607"/>
          </a:xfrm>
        </p:grpSpPr>
        <p:grpSp>
          <p:nvGrpSpPr>
            <p:cNvPr id="197" name="Group 33"/>
            <p:cNvGrpSpPr/>
            <p:nvPr/>
          </p:nvGrpSpPr>
          <p:grpSpPr>
            <a:xfrm>
              <a:off x="4160927" y="2978939"/>
              <a:ext cx="1013906" cy="1439607"/>
              <a:chOff x="5537539" y="2335977"/>
              <a:chExt cx="1157120" cy="2061311"/>
            </a:xfrm>
            <a:solidFill>
              <a:schemeClr val="accent1"/>
            </a:solidFill>
          </p:grpSpPr>
          <p:sp>
            <p:nvSpPr>
              <p:cNvPr id="198" name="Freeform: Shape 3"/>
              <p:cNvSpPr/>
              <p:nvPr/>
            </p:nvSpPr>
            <p:spPr>
              <a:xfrm>
                <a:off x="5537852" y="2496480"/>
                <a:ext cx="1156465" cy="606268"/>
              </a:xfrm>
              <a:custGeom>
                <a:avLst/>
                <a:gdLst>
                  <a:gd name="connsiteX0" fmla="*/ 701 w 1156465"/>
                  <a:gd name="connsiteY0" fmla="*/ 0 h 606268"/>
                  <a:gd name="connsiteX1" fmla="*/ 143682 w 1156465"/>
                  <a:gd name="connsiteY1" fmla="*/ 60977 h 606268"/>
                  <a:gd name="connsiteX2" fmla="*/ 393899 w 1156465"/>
                  <a:gd name="connsiteY2" fmla="*/ 96723 h 606268"/>
                  <a:gd name="connsiteX3" fmla="*/ 619935 w 1156465"/>
                  <a:gd name="connsiteY3" fmla="*/ 103381 h 606268"/>
                  <a:gd name="connsiteX4" fmla="*/ 1035562 w 1156465"/>
                  <a:gd name="connsiteY4" fmla="*/ 55721 h 606268"/>
                  <a:gd name="connsiteX5" fmla="*/ 1157867 w 1156465"/>
                  <a:gd name="connsiteY5" fmla="*/ 350 h 606268"/>
                  <a:gd name="connsiteX6" fmla="*/ 1157867 w 1156465"/>
                  <a:gd name="connsiteY6" fmla="*/ 15069 h 606268"/>
                  <a:gd name="connsiteX7" fmla="*/ 1158217 w 1156465"/>
                  <a:gd name="connsiteY7" fmla="*/ 477305 h 606268"/>
                  <a:gd name="connsiteX8" fmla="*/ 1136490 w 1156465"/>
                  <a:gd name="connsiteY8" fmla="*/ 519007 h 606268"/>
                  <a:gd name="connsiteX9" fmla="*/ 1049229 w 1156465"/>
                  <a:gd name="connsiteY9" fmla="*/ 557206 h 606268"/>
                  <a:gd name="connsiteX10" fmla="*/ 819338 w 1156465"/>
                  <a:gd name="connsiteY10" fmla="*/ 598558 h 606268"/>
                  <a:gd name="connsiteX11" fmla="*/ 524264 w 1156465"/>
                  <a:gd name="connsiteY11" fmla="*/ 609072 h 606268"/>
                  <a:gd name="connsiteX12" fmla="*/ 129314 w 1156465"/>
                  <a:gd name="connsiteY12" fmla="*/ 562112 h 606268"/>
                  <a:gd name="connsiteX13" fmla="*/ 31890 w 1156465"/>
                  <a:gd name="connsiteY13" fmla="*/ 524264 h 606268"/>
                  <a:gd name="connsiteX14" fmla="*/ 0 w 1156465"/>
                  <a:gd name="connsiteY14" fmla="*/ 469945 h 606268"/>
                  <a:gd name="connsiteX15" fmla="*/ 701 w 1156465"/>
                  <a:gd name="connsiteY15" fmla="*/ 15420 h 606268"/>
                  <a:gd name="connsiteX16" fmla="*/ 701 w 1156465"/>
                  <a:gd name="connsiteY16" fmla="*/ 0 h 606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56465" h="606268">
                    <a:moveTo>
                      <a:pt x="701" y="0"/>
                    </a:moveTo>
                    <a:cubicBezTo>
                      <a:pt x="43805" y="34344"/>
                      <a:pt x="93568" y="48712"/>
                      <a:pt x="143682" y="60977"/>
                    </a:cubicBezTo>
                    <a:cubicBezTo>
                      <a:pt x="226036" y="80953"/>
                      <a:pt x="309442" y="92517"/>
                      <a:pt x="393899" y="96723"/>
                    </a:cubicBezTo>
                    <a:cubicBezTo>
                      <a:pt x="469244" y="100577"/>
                      <a:pt x="544590" y="104432"/>
                      <a:pt x="619935" y="103381"/>
                    </a:cubicBezTo>
                    <a:cubicBezTo>
                      <a:pt x="759762" y="101278"/>
                      <a:pt x="899239" y="91466"/>
                      <a:pt x="1035562" y="55721"/>
                    </a:cubicBezTo>
                    <a:cubicBezTo>
                      <a:pt x="1078667" y="44506"/>
                      <a:pt x="1120369" y="30138"/>
                      <a:pt x="1157867" y="350"/>
                    </a:cubicBezTo>
                    <a:cubicBezTo>
                      <a:pt x="1157867" y="6308"/>
                      <a:pt x="1157867" y="10864"/>
                      <a:pt x="1157867" y="15069"/>
                    </a:cubicBezTo>
                    <a:cubicBezTo>
                      <a:pt x="1157867" y="169264"/>
                      <a:pt x="1157516" y="323109"/>
                      <a:pt x="1158217" y="477305"/>
                    </a:cubicBezTo>
                    <a:cubicBezTo>
                      <a:pt x="1158217" y="496579"/>
                      <a:pt x="1150858" y="508845"/>
                      <a:pt x="1136490" y="519007"/>
                    </a:cubicBezTo>
                    <a:cubicBezTo>
                      <a:pt x="1109856" y="537581"/>
                      <a:pt x="1079718" y="548094"/>
                      <a:pt x="1049229" y="557206"/>
                    </a:cubicBezTo>
                    <a:cubicBezTo>
                      <a:pt x="974234" y="579284"/>
                      <a:pt x="897137" y="590148"/>
                      <a:pt x="819338" y="598558"/>
                    </a:cubicBezTo>
                    <a:cubicBezTo>
                      <a:pt x="721214" y="609072"/>
                      <a:pt x="622739" y="610824"/>
                      <a:pt x="524264" y="609072"/>
                    </a:cubicBezTo>
                    <a:cubicBezTo>
                      <a:pt x="391095" y="606618"/>
                      <a:pt x="258628" y="596806"/>
                      <a:pt x="129314" y="562112"/>
                    </a:cubicBezTo>
                    <a:cubicBezTo>
                      <a:pt x="96022" y="553001"/>
                      <a:pt x="63781" y="538632"/>
                      <a:pt x="31890" y="524264"/>
                    </a:cubicBezTo>
                    <a:cubicBezTo>
                      <a:pt x="9462" y="514452"/>
                      <a:pt x="0" y="496579"/>
                      <a:pt x="0" y="469945"/>
                    </a:cubicBezTo>
                    <a:cubicBezTo>
                      <a:pt x="1051" y="318554"/>
                      <a:pt x="701" y="166811"/>
                      <a:pt x="701" y="15420"/>
                    </a:cubicBezTo>
                    <a:cubicBezTo>
                      <a:pt x="701" y="11214"/>
                      <a:pt x="701" y="6658"/>
                      <a:pt x="701" y="0"/>
                    </a:cubicBezTo>
                    <a:close/>
                  </a:path>
                </a:pathLst>
              </a:custGeom>
              <a:grpFill/>
              <a:ln w="3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4"/>
              <p:cNvSpPr/>
              <p:nvPr/>
            </p:nvSpPr>
            <p:spPr>
              <a:xfrm>
                <a:off x="5538194" y="3144451"/>
                <a:ext cx="1156465" cy="606268"/>
              </a:xfrm>
              <a:custGeom>
                <a:avLst/>
                <a:gdLst>
                  <a:gd name="connsiteX0" fmla="*/ 1157875 w 1156465"/>
                  <a:gd name="connsiteY0" fmla="*/ 3154 h 606268"/>
                  <a:gd name="connsiteX1" fmla="*/ 1157875 w 1156465"/>
                  <a:gd name="connsiteY1" fmla="*/ 12616 h 606268"/>
                  <a:gd name="connsiteX2" fmla="*/ 1158226 w 1156465"/>
                  <a:gd name="connsiteY2" fmla="*/ 478706 h 606268"/>
                  <a:gd name="connsiteX3" fmla="*/ 1141404 w 1156465"/>
                  <a:gd name="connsiteY3" fmla="*/ 513751 h 606268"/>
                  <a:gd name="connsiteX4" fmla="*/ 1043981 w 1156465"/>
                  <a:gd name="connsiteY4" fmla="*/ 557556 h 606268"/>
                  <a:gd name="connsiteX5" fmla="*/ 802525 w 1156465"/>
                  <a:gd name="connsiteY5" fmla="*/ 598909 h 606268"/>
                  <a:gd name="connsiteX6" fmla="*/ 525324 w 1156465"/>
                  <a:gd name="connsiteY6" fmla="*/ 608371 h 606268"/>
                  <a:gd name="connsiteX7" fmla="*/ 132827 w 1156465"/>
                  <a:gd name="connsiteY7" fmla="*/ 562112 h 606268"/>
                  <a:gd name="connsiteX8" fmla="*/ 34001 w 1156465"/>
                  <a:gd name="connsiteY8" fmla="*/ 524615 h 606268"/>
                  <a:gd name="connsiteX9" fmla="*/ 8 w 1156465"/>
                  <a:gd name="connsiteY9" fmla="*/ 467843 h 606268"/>
                  <a:gd name="connsiteX10" fmla="*/ 709 w 1156465"/>
                  <a:gd name="connsiteY10" fmla="*/ 14368 h 606268"/>
                  <a:gd name="connsiteX11" fmla="*/ 709 w 1156465"/>
                  <a:gd name="connsiteY11" fmla="*/ 0 h 606268"/>
                  <a:gd name="connsiteX12" fmla="*/ 225694 w 1156465"/>
                  <a:gd name="connsiteY12" fmla="*/ 76046 h 606268"/>
                  <a:gd name="connsiteX13" fmla="*/ 659193 w 1156465"/>
                  <a:gd name="connsiteY13" fmla="*/ 101278 h 606268"/>
                  <a:gd name="connsiteX14" fmla="*/ 1020151 w 1156465"/>
                  <a:gd name="connsiteY14" fmla="*/ 58174 h 606268"/>
                  <a:gd name="connsiteX15" fmla="*/ 1082530 w 1156465"/>
                  <a:gd name="connsiteY15" fmla="*/ 39250 h 606268"/>
                  <a:gd name="connsiteX16" fmla="*/ 1157875 w 1156465"/>
                  <a:gd name="connsiteY16" fmla="*/ 3154 h 606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56465" h="606268">
                    <a:moveTo>
                      <a:pt x="1157875" y="3154"/>
                    </a:moveTo>
                    <a:cubicBezTo>
                      <a:pt x="1157875" y="4906"/>
                      <a:pt x="1157875" y="8761"/>
                      <a:pt x="1157875" y="12616"/>
                    </a:cubicBezTo>
                    <a:cubicBezTo>
                      <a:pt x="1157875" y="167863"/>
                      <a:pt x="1157875" y="323460"/>
                      <a:pt x="1158226" y="478706"/>
                    </a:cubicBezTo>
                    <a:cubicBezTo>
                      <a:pt x="1158226" y="493776"/>
                      <a:pt x="1152619" y="504990"/>
                      <a:pt x="1141404" y="513751"/>
                    </a:cubicBezTo>
                    <a:cubicBezTo>
                      <a:pt x="1112668" y="536530"/>
                      <a:pt x="1078675" y="547393"/>
                      <a:pt x="1043981" y="557556"/>
                    </a:cubicBezTo>
                    <a:cubicBezTo>
                      <a:pt x="965131" y="580335"/>
                      <a:pt x="884178" y="591199"/>
                      <a:pt x="802525" y="598909"/>
                    </a:cubicBezTo>
                    <a:cubicBezTo>
                      <a:pt x="710358" y="607670"/>
                      <a:pt x="617841" y="610473"/>
                      <a:pt x="525324" y="608371"/>
                    </a:cubicBezTo>
                    <a:cubicBezTo>
                      <a:pt x="393206" y="605217"/>
                      <a:pt x="261089" y="596105"/>
                      <a:pt x="132827" y="562112"/>
                    </a:cubicBezTo>
                    <a:cubicBezTo>
                      <a:pt x="98833" y="553351"/>
                      <a:pt x="66242" y="538632"/>
                      <a:pt x="34001" y="524615"/>
                    </a:cubicBezTo>
                    <a:cubicBezTo>
                      <a:pt x="10522" y="514101"/>
                      <a:pt x="-342" y="495878"/>
                      <a:pt x="8" y="467843"/>
                    </a:cubicBezTo>
                    <a:cubicBezTo>
                      <a:pt x="1410" y="316801"/>
                      <a:pt x="709" y="165760"/>
                      <a:pt x="709" y="14368"/>
                    </a:cubicBezTo>
                    <a:cubicBezTo>
                      <a:pt x="709" y="9812"/>
                      <a:pt x="709" y="5257"/>
                      <a:pt x="709" y="0"/>
                    </a:cubicBezTo>
                    <a:cubicBezTo>
                      <a:pt x="69046" y="48712"/>
                      <a:pt x="147545" y="62729"/>
                      <a:pt x="225694" y="76046"/>
                    </a:cubicBezTo>
                    <a:cubicBezTo>
                      <a:pt x="369026" y="100928"/>
                      <a:pt x="514110" y="105484"/>
                      <a:pt x="659193" y="101278"/>
                    </a:cubicBezTo>
                    <a:cubicBezTo>
                      <a:pt x="780797" y="97774"/>
                      <a:pt x="901700" y="87261"/>
                      <a:pt x="1020151" y="58174"/>
                    </a:cubicBezTo>
                    <a:cubicBezTo>
                      <a:pt x="1041177" y="52917"/>
                      <a:pt x="1062554" y="47660"/>
                      <a:pt x="1082530" y="39250"/>
                    </a:cubicBezTo>
                    <a:cubicBezTo>
                      <a:pt x="1107762" y="29087"/>
                      <a:pt x="1132293" y="15770"/>
                      <a:pt x="1157875" y="3154"/>
                    </a:cubicBezTo>
                    <a:close/>
                  </a:path>
                </a:pathLst>
              </a:custGeom>
              <a:grpFill/>
              <a:ln w="3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5"/>
              <p:cNvSpPr/>
              <p:nvPr/>
            </p:nvSpPr>
            <p:spPr>
              <a:xfrm>
                <a:off x="5538187" y="3791020"/>
                <a:ext cx="1156465" cy="606268"/>
              </a:xfrm>
              <a:custGeom>
                <a:avLst/>
                <a:gdLst>
                  <a:gd name="connsiteX0" fmla="*/ 365 w 1156465"/>
                  <a:gd name="connsiteY0" fmla="*/ 0 h 606268"/>
                  <a:gd name="connsiteX1" fmla="*/ 188554 w 1156465"/>
                  <a:gd name="connsiteY1" fmla="*/ 69738 h 606268"/>
                  <a:gd name="connsiteX2" fmla="*/ 443677 w 1156465"/>
                  <a:gd name="connsiteY2" fmla="*/ 98825 h 606268"/>
                  <a:gd name="connsiteX3" fmla="*/ 609787 w 1156465"/>
                  <a:gd name="connsiteY3" fmla="*/ 102680 h 606268"/>
                  <a:gd name="connsiteX4" fmla="*/ 1014199 w 1156465"/>
                  <a:gd name="connsiteY4" fmla="*/ 59575 h 606268"/>
                  <a:gd name="connsiteX5" fmla="*/ 1118982 w 1156465"/>
                  <a:gd name="connsiteY5" fmla="*/ 23480 h 606268"/>
                  <a:gd name="connsiteX6" fmla="*/ 1155779 w 1156465"/>
                  <a:gd name="connsiteY6" fmla="*/ 1402 h 606268"/>
                  <a:gd name="connsiteX7" fmla="*/ 1156480 w 1156465"/>
                  <a:gd name="connsiteY7" fmla="*/ 14719 h 606268"/>
                  <a:gd name="connsiteX8" fmla="*/ 1156830 w 1156465"/>
                  <a:gd name="connsiteY8" fmla="*/ 479407 h 606268"/>
                  <a:gd name="connsiteX9" fmla="*/ 1140359 w 1156465"/>
                  <a:gd name="connsiteY9" fmla="*/ 513400 h 606268"/>
                  <a:gd name="connsiteX10" fmla="*/ 1071322 w 1156465"/>
                  <a:gd name="connsiteY10" fmla="*/ 548445 h 606268"/>
                  <a:gd name="connsiteX11" fmla="*/ 864210 w 1156465"/>
                  <a:gd name="connsiteY11" fmla="*/ 592601 h 606268"/>
                  <a:gd name="connsiteX12" fmla="*/ 523227 w 1156465"/>
                  <a:gd name="connsiteY12" fmla="*/ 608371 h 606268"/>
                  <a:gd name="connsiteX13" fmla="*/ 147902 w 1156465"/>
                  <a:gd name="connsiteY13" fmla="*/ 566668 h 606268"/>
                  <a:gd name="connsiteX14" fmla="*/ 43119 w 1156465"/>
                  <a:gd name="connsiteY14" fmla="*/ 530923 h 606268"/>
                  <a:gd name="connsiteX15" fmla="*/ 18238 w 1156465"/>
                  <a:gd name="connsiteY15" fmla="*/ 515503 h 606268"/>
                  <a:gd name="connsiteX16" fmla="*/ 15 w 1156465"/>
                  <a:gd name="connsiteY16" fmla="*/ 478356 h 606268"/>
                  <a:gd name="connsiteX17" fmla="*/ 365 w 1156465"/>
                  <a:gd name="connsiteY17" fmla="*/ 16120 h 606268"/>
                  <a:gd name="connsiteX18" fmla="*/ 365 w 1156465"/>
                  <a:gd name="connsiteY18" fmla="*/ 0 h 606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56465" h="606268">
                    <a:moveTo>
                      <a:pt x="365" y="0"/>
                    </a:moveTo>
                    <a:cubicBezTo>
                      <a:pt x="57838" y="42404"/>
                      <a:pt x="123020" y="56421"/>
                      <a:pt x="188554" y="69738"/>
                    </a:cubicBezTo>
                    <a:cubicBezTo>
                      <a:pt x="272660" y="86560"/>
                      <a:pt x="357818" y="95671"/>
                      <a:pt x="443677" y="98825"/>
                    </a:cubicBezTo>
                    <a:cubicBezTo>
                      <a:pt x="499047" y="100928"/>
                      <a:pt x="554417" y="103381"/>
                      <a:pt x="609787" y="102680"/>
                    </a:cubicBezTo>
                    <a:cubicBezTo>
                      <a:pt x="745759" y="100227"/>
                      <a:pt x="881381" y="92167"/>
                      <a:pt x="1014199" y="59575"/>
                    </a:cubicBezTo>
                    <a:cubicBezTo>
                      <a:pt x="1049945" y="50814"/>
                      <a:pt x="1084639" y="36797"/>
                      <a:pt x="1118982" y="23480"/>
                    </a:cubicBezTo>
                    <a:cubicBezTo>
                      <a:pt x="1131949" y="18573"/>
                      <a:pt x="1142813" y="9462"/>
                      <a:pt x="1155779" y="1402"/>
                    </a:cubicBezTo>
                    <a:cubicBezTo>
                      <a:pt x="1156129" y="5957"/>
                      <a:pt x="1156480" y="10163"/>
                      <a:pt x="1156480" y="14719"/>
                    </a:cubicBezTo>
                    <a:cubicBezTo>
                      <a:pt x="1156480" y="169615"/>
                      <a:pt x="1156480" y="324511"/>
                      <a:pt x="1156830" y="479407"/>
                    </a:cubicBezTo>
                    <a:cubicBezTo>
                      <a:pt x="1156830" y="494126"/>
                      <a:pt x="1152625" y="506392"/>
                      <a:pt x="1140359" y="513400"/>
                    </a:cubicBezTo>
                    <a:cubicBezTo>
                      <a:pt x="1117931" y="526367"/>
                      <a:pt x="1095503" y="539684"/>
                      <a:pt x="1071322" y="548445"/>
                    </a:cubicBezTo>
                    <a:cubicBezTo>
                      <a:pt x="1004387" y="572625"/>
                      <a:pt x="934649" y="583489"/>
                      <a:pt x="864210" y="592601"/>
                    </a:cubicBezTo>
                    <a:cubicBezTo>
                      <a:pt x="751016" y="606969"/>
                      <a:pt x="637472" y="610473"/>
                      <a:pt x="523227" y="608371"/>
                    </a:cubicBezTo>
                    <a:cubicBezTo>
                      <a:pt x="396717" y="606268"/>
                      <a:pt x="271258" y="596806"/>
                      <a:pt x="147902" y="566668"/>
                    </a:cubicBezTo>
                    <a:cubicBezTo>
                      <a:pt x="112157" y="557907"/>
                      <a:pt x="77813" y="543539"/>
                      <a:pt x="43119" y="530923"/>
                    </a:cubicBezTo>
                    <a:cubicBezTo>
                      <a:pt x="34008" y="527769"/>
                      <a:pt x="25948" y="521461"/>
                      <a:pt x="18238" y="515503"/>
                    </a:cubicBezTo>
                    <a:cubicBezTo>
                      <a:pt x="5622" y="506392"/>
                      <a:pt x="-336" y="494827"/>
                      <a:pt x="15" y="478356"/>
                    </a:cubicBezTo>
                    <a:cubicBezTo>
                      <a:pt x="365" y="324161"/>
                      <a:pt x="365" y="170316"/>
                      <a:pt x="365" y="16120"/>
                    </a:cubicBezTo>
                    <a:cubicBezTo>
                      <a:pt x="365" y="11565"/>
                      <a:pt x="365" y="7009"/>
                      <a:pt x="365" y="0"/>
                    </a:cubicBezTo>
                    <a:close/>
                  </a:path>
                </a:pathLst>
              </a:custGeom>
              <a:grpFill/>
              <a:ln w="3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6"/>
              <p:cNvSpPr/>
              <p:nvPr/>
            </p:nvSpPr>
            <p:spPr>
              <a:xfrm>
                <a:off x="5537539" y="2335977"/>
                <a:ext cx="1156465" cy="245311"/>
              </a:xfrm>
              <a:custGeom>
                <a:avLst/>
                <a:gdLst>
                  <a:gd name="connsiteX0" fmla="*/ 576442 w 1156465"/>
                  <a:gd name="connsiteY0" fmla="*/ 3504 h 245310"/>
                  <a:gd name="connsiteX1" fmla="*/ 913920 w 1156465"/>
                  <a:gd name="connsiteY1" fmla="*/ 26984 h 245310"/>
                  <a:gd name="connsiteX2" fmla="*/ 1101758 w 1156465"/>
                  <a:gd name="connsiteY2" fmla="*/ 75696 h 245310"/>
                  <a:gd name="connsiteX3" fmla="*/ 1147666 w 1156465"/>
                  <a:gd name="connsiteY3" fmla="*/ 105133 h 245310"/>
                  <a:gd name="connsiteX4" fmla="*/ 1147666 w 1156465"/>
                  <a:gd name="connsiteY4" fmla="*/ 147186 h 245310"/>
                  <a:gd name="connsiteX5" fmla="*/ 1100706 w 1156465"/>
                  <a:gd name="connsiteY5" fmla="*/ 176974 h 245310"/>
                  <a:gd name="connsiteX6" fmla="*/ 926536 w 1156465"/>
                  <a:gd name="connsiteY6" fmla="*/ 223233 h 245310"/>
                  <a:gd name="connsiteX7" fmla="*/ 650386 w 1156465"/>
                  <a:gd name="connsiteY7" fmla="*/ 247413 h 245310"/>
                  <a:gd name="connsiteX8" fmla="*/ 230904 w 1156465"/>
                  <a:gd name="connsiteY8" fmla="*/ 223233 h 245310"/>
                  <a:gd name="connsiteX9" fmla="*/ 70401 w 1156465"/>
                  <a:gd name="connsiteY9" fmla="*/ 182231 h 245310"/>
                  <a:gd name="connsiteX10" fmla="*/ 19937 w 1156465"/>
                  <a:gd name="connsiteY10" fmla="*/ 155247 h 245310"/>
                  <a:gd name="connsiteX11" fmla="*/ 19236 w 1156465"/>
                  <a:gd name="connsiteY11" fmla="*/ 98124 h 245310"/>
                  <a:gd name="connsiteX12" fmla="*/ 98437 w 1156465"/>
                  <a:gd name="connsiteY12" fmla="*/ 60276 h 245310"/>
                  <a:gd name="connsiteX13" fmla="*/ 319917 w 1156465"/>
                  <a:gd name="connsiteY13" fmla="*/ 17172 h 245310"/>
                  <a:gd name="connsiteX14" fmla="*/ 576092 w 1156465"/>
                  <a:gd name="connsiteY14" fmla="*/ 0 h 245310"/>
                  <a:gd name="connsiteX15" fmla="*/ 576442 w 1156465"/>
                  <a:gd name="connsiteY15" fmla="*/ 3504 h 245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56465" h="245310">
                    <a:moveTo>
                      <a:pt x="576442" y="3504"/>
                    </a:moveTo>
                    <a:cubicBezTo>
                      <a:pt x="689636" y="3855"/>
                      <a:pt x="802128" y="9812"/>
                      <a:pt x="913920" y="26984"/>
                    </a:cubicBezTo>
                    <a:cubicBezTo>
                      <a:pt x="978401" y="36797"/>
                      <a:pt x="1042182" y="49062"/>
                      <a:pt x="1101758" y="75696"/>
                    </a:cubicBezTo>
                    <a:cubicBezTo>
                      <a:pt x="1118228" y="83055"/>
                      <a:pt x="1133648" y="93569"/>
                      <a:pt x="1147666" y="105133"/>
                    </a:cubicBezTo>
                    <a:cubicBezTo>
                      <a:pt x="1162735" y="117749"/>
                      <a:pt x="1162735" y="134570"/>
                      <a:pt x="1147666" y="147186"/>
                    </a:cubicBezTo>
                    <a:cubicBezTo>
                      <a:pt x="1133648" y="159102"/>
                      <a:pt x="1117528" y="169615"/>
                      <a:pt x="1100706" y="176974"/>
                    </a:cubicBezTo>
                    <a:cubicBezTo>
                      <a:pt x="1044986" y="201856"/>
                      <a:pt x="986111" y="213771"/>
                      <a:pt x="926536" y="223233"/>
                    </a:cubicBezTo>
                    <a:cubicBezTo>
                      <a:pt x="835070" y="237951"/>
                      <a:pt x="742903" y="244960"/>
                      <a:pt x="650386" y="247413"/>
                    </a:cubicBezTo>
                    <a:cubicBezTo>
                      <a:pt x="509858" y="251268"/>
                      <a:pt x="370031" y="244960"/>
                      <a:pt x="230904" y="223233"/>
                    </a:cubicBezTo>
                    <a:cubicBezTo>
                      <a:pt x="176585" y="214472"/>
                      <a:pt x="122267" y="203257"/>
                      <a:pt x="70401" y="182231"/>
                    </a:cubicBezTo>
                    <a:cubicBezTo>
                      <a:pt x="52879" y="175222"/>
                      <a:pt x="35357" y="166110"/>
                      <a:pt x="19937" y="155247"/>
                    </a:cubicBezTo>
                    <a:cubicBezTo>
                      <a:pt x="-5996" y="137024"/>
                      <a:pt x="-7047" y="114946"/>
                      <a:pt x="19236" y="98124"/>
                    </a:cubicBezTo>
                    <a:cubicBezTo>
                      <a:pt x="43767" y="82354"/>
                      <a:pt x="70751" y="69738"/>
                      <a:pt x="98437" y="60276"/>
                    </a:cubicBezTo>
                    <a:cubicBezTo>
                      <a:pt x="170278" y="35745"/>
                      <a:pt x="244922" y="24181"/>
                      <a:pt x="319917" y="17172"/>
                    </a:cubicBezTo>
                    <a:cubicBezTo>
                      <a:pt x="405075" y="9462"/>
                      <a:pt x="490934" y="5607"/>
                      <a:pt x="576092" y="0"/>
                    </a:cubicBezTo>
                    <a:cubicBezTo>
                      <a:pt x="576442" y="1051"/>
                      <a:pt x="576442" y="2103"/>
                      <a:pt x="576442" y="3504"/>
                    </a:cubicBezTo>
                    <a:close/>
                  </a:path>
                </a:pathLst>
              </a:custGeom>
              <a:grpFill/>
              <a:ln w="3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7"/>
              <p:cNvSpPr/>
              <p:nvPr/>
            </p:nvSpPr>
            <p:spPr>
              <a:xfrm>
                <a:off x="5537671" y="3699734"/>
                <a:ext cx="1156465" cy="175222"/>
              </a:xfrm>
              <a:custGeom>
                <a:avLst/>
                <a:gdLst>
                  <a:gd name="connsiteX0" fmla="*/ 574909 w 1156465"/>
                  <a:gd name="connsiteY0" fmla="*/ 177146 h 175221"/>
                  <a:gd name="connsiteX1" fmla="*/ 204490 w 1156465"/>
                  <a:gd name="connsiteY1" fmla="*/ 148409 h 175221"/>
                  <a:gd name="connsiteX2" fmla="*/ 57303 w 1156465"/>
                  <a:gd name="connsiteY2" fmla="*/ 106706 h 175221"/>
                  <a:gd name="connsiteX3" fmla="*/ 13147 w 1156465"/>
                  <a:gd name="connsiteY3" fmla="*/ 79372 h 175221"/>
                  <a:gd name="connsiteX4" fmla="*/ 12096 w 1156465"/>
                  <a:gd name="connsiteY4" fmla="*/ 33463 h 175221"/>
                  <a:gd name="connsiteX5" fmla="*/ 52747 w 1156465"/>
                  <a:gd name="connsiteY5" fmla="*/ 7180 h 175221"/>
                  <a:gd name="connsiteX6" fmla="*/ 63261 w 1156465"/>
                  <a:gd name="connsiteY6" fmla="*/ 7180 h 175221"/>
                  <a:gd name="connsiteX7" fmla="*/ 314529 w 1156465"/>
                  <a:gd name="connsiteY7" fmla="*/ 56593 h 175221"/>
                  <a:gd name="connsiteX8" fmla="*/ 601893 w 1156465"/>
                  <a:gd name="connsiteY8" fmla="*/ 68858 h 175221"/>
                  <a:gd name="connsiteX9" fmla="*/ 981424 w 1156465"/>
                  <a:gd name="connsiteY9" fmla="*/ 30309 h 175221"/>
                  <a:gd name="connsiteX10" fmla="*/ 1079548 w 1156465"/>
                  <a:gd name="connsiteY10" fmla="*/ 1924 h 175221"/>
                  <a:gd name="connsiteX11" fmla="*/ 1090412 w 1156465"/>
                  <a:gd name="connsiteY11" fmla="*/ 522 h 175221"/>
                  <a:gd name="connsiteX12" fmla="*/ 1146833 w 1156465"/>
                  <a:gd name="connsiteY12" fmla="*/ 34515 h 175221"/>
                  <a:gd name="connsiteX13" fmla="*/ 1147184 w 1156465"/>
                  <a:gd name="connsiteY13" fmla="*/ 76568 h 175221"/>
                  <a:gd name="connsiteX14" fmla="*/ 1100224 w 1156465"/>
                  <a:gd name="connsiteY14" fmla="*/ 106356 h 175221"/>
                  <a:gd name="connsiteX15" fmla="*/ 922900 w 1156465"/>
                  <a:gd name="connsiteY15" fmla="*/ 152965 h 175221"/>
                  <a:gd name="connsiteX16" fmla="*/ 644297 w 1156465"/>
                  <a:gd name="connsiteY16" fmla="*/ 176445 h 175221"/>
                  <a:gd name="connsiteX17" fmla="*/ 574909 w 1156465"/>
                  <a:gd name="connsiteY17" fmla="*/ 177146 h 17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56465" h="175221">
                    <a:moveTo>
                      <a:pt x="574909" y="177146"/>
                    </a:moveTo>
                    <a:cubicBezTo>
                      <a:pt x="450852" y="178197"/>
                      <a:pt x="327145" y="170837"/>
                      <a:pt x="204490" y="148409"/>
                    </a:cubicBezTo>
                    <a:cubicBezTo>
                      <a:pt x="154026" y="139297"/>
                      <a:pt x="104263" y="128083"/>
                      <a:pt x="57303" y="106706"/>
                    </a:cubicBezTo>
                    <a:cubicBezTo>
                      <a:pt x="41533" y="99697"/>
                      <a:pt x="26464" y="90235"/>
                      <a:pt x="13147" y="79372"/>
                    </a:cubicBezTo>
                    <a:cubicBezTo>
                      <a:pt x="-4025" y="65354"/>
                      <a:pt x="-4375" y="47832"/>
                      <a:pt x="12096" y="33463"/>
                    </a:cubicBezTo>
                    <a:cubicBezTo>
                      <a:pt x="24011" y="22950"/>
                      <a:pt x="38730" y="15591"/>
                      <a:pt x="52747" y="7180"/>
                    </a:cubicBezTo>
                    <a:cubicBezTo>
                      <a:pt x="55551" y="5428"/>
                      <a:pt x="60107" y="6129"/>
                      <a:pt x="63261" y="7180"/>
                    </a:cubicBezTo>
                    <a:cubicBezTo>
                      <a:pt x="144914" y="34515"/>
                      <a:pt x="229371" y="47481"/>
                      <a:pt x="314529" y="56593"/>
                    </a:cubicBezTo>
                    <a:cubicBezTo>
                      <a:pt x="410200" y="66756"/>
                      <a:pt x="505871" y="70610"/>
                      <a:pt x="601893" y="68858"/>
                    </a:cubicBezTo>
                    <a:cubicBezTo>
                      <a:pt x="729455" y="66405"/>
                      <a:pt x="856315" y="58345"/>
                      <a:pt x="981424" y="30309"/>
                    </a:cubicBezTo>
                    <a:cubicBezTo>
                      <a:pt x="1014716" y="22950"/>
                      <a:pt x="1046957" y="11385"/>
                      <a:pt x="1079548" y="1924"/>
                    </a:cubicBezTo>
                    <a:cubicBezTo>
                      <a:pt x="1083053" y="872"/>
                      <a:pt x="1087959" y="-880"/>
                      <a:pt x="1090412" y="522"/>
                    </a:cubicBezTo>
                    <a:cubicBezTo>
                      <a:pt x="1109686" y="11385"/>
                      <a:pt x="1129662" y="21198"/>
                      <a:pt x="1146833" y="34515"/>
                    </a:cubicBezTo>
                    <a:cubicBezTo>
                      <a:pt x="1162253" y="46430"/>
                      <a:pt x="1161903" y="63952"/>
                      <a:pt x="1147184" y="76568"/>
                    </a:cubicBezTo>
                    <a:cubicBezTo>
                      <a:pt x="1133166" y="88483"/>
                      <a:pt x="1117046" y="98996"/>
                      <a:pt x="1100224" y="106356"/>
                    </a:cubicBezTo>
                    <a:cubicBezTo>
                      <a:pt x="1043803" y="131588"/>
                      <a:pt x="983526" y="143152"/>
                      <a:pt x="922900" y="152965"/>
                    </a:cubicBezTo>
                    <a:cubicBezTo>
                      <a:pt x="830733" y="167683"/>
                      <a:pt x="737515" y="175393"/>
                      <a:pt x="644297" y="176445"/>
                    </a:cubicBezTo>
                    <a:cubicBezTo>
                      <a:pt x="621168" y="177146"/>
                      <a:pt x="598038" y="177146"/>
                      <a:pt x="574909" y="177146"/>
                    </a:cubicBezTo>
                    <a:close/>
                  </a:path>
                </a:pathLst>
              </a:custGeom>
              <a:grpFill/>
              <a:ln w="3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8"/>
              <p:cNvSpPr/>
              <p:nvPr/>
            </p:nvSpPr>
            <p:spPr>
              <a:xfrm>
                <a:off x="5537669" y="3055216"/>
                <a:ext cx="1156465" cy="175222"/>
              </a:xfrm>
              <a:custGeom>
                <a:avLst/>
                <a:gdLst>
                  <a:gd name="connsiteX0" fmla="*/ 587526 w 1156465"/>
                  <a:gd name="connsiteY0" fmla="*/ 175794 h 175221"/>
                  <a:gd name="connsiteX1" fmla="*/ 226919 w 1156465"/>
                  <a:gd name="connsiteY1" fmla="*/ 149862 h 175221"/>
                  <a:gd name="connsiteX2" fmla="*/ 42235 w 1156465"/>
                  <a:gd name="connsiteY2" fmla="*/ 96944 h 175221"/>
                  <a:gd name="connsiteX3" fmla="*/ 10345 w 1156465"/>
                  <a:gd name="connsiteY3" fmla="*/ 73815 h 175221"/>
                  <a:gd name="connsiteX4" fmla="*/ 9644 w 1156465"/>
                  <a:gd name="connsiteY4" fmla="*/ 34566 h 175221"/>
                  <a:gd name="connsiteX5" fmla="*/ 54851 w 1156465"/>
                  <a:gd name="connsiteY5" fmla="*/ 4427 h 175221"/>
                  <a:gd name="connsiteX6" fmla="*/ 65715 w 1156465"/>
                  <a:gd name="connsiteY6" fmla="*/ 5128 h 175221"/>
                  <a:gd name="connsiteX7" fmla="*/ 304368 w 1156465"/>
                  <a:gd name="connsiteY7" fmla="*/ 53489 h 175221"/>
                  <a:gd name="connsiteX8" fmla="*/ 608202 w 1156465"/>
                  <a:gd name="connsiteY8" fmla="*/ 67157 h 175221"/>
                  <a:gd name="connsiteX9" fmla="*/ 1000349 w 1156465"/>
                  <a:gd name="connsiteY9" fmla="*/ 25103 h 175221"/>
                  <a:gd name="connsiteX10" fmla="*/ 1079900 w 1156465"/>
                  <a:gd name="connsiteY10" fmla="*/ 1273 h 175221"/>
                  <a:gd name="connsiteX11" fmla="*/ 1096371 w 1156465"/>
                  <a:gd name="connsiteY11" fmla="*/ 1624 h 175221"/>
                  <a:gd name="connsiteX12" fmla="*/ 1141578 w 1156465"/>
                  <a:gd name="connsiteY12" fmla="*/ 27557 h 175221"/>
                  <a:gd name="connsiteX13" fmla="*/ 1141578 w 1156465"/>
                  <a:gd name="connsiteY13" fmla="*/ 81525 h 175221"/>
                  <a:gd name="connsiteX14" fmla="*/ 1045556 w 1156465"/>
                  <a:gd name="connsiteY14" fmla="*/ 125330 h 175221"/>
                  <a:gd name="connsiteX15" fmla="*/ 842299 w 1156465"/>
                  <a:gd name="connsiteY15" fmla="*/ 163178 h 175221"/>
                  <a:gd name="connsiteX16" fmla="*/ 587526 w 1156465"/>
                  <a:gd name="connsiteY16" fmla="*/ 175794 h 17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56465" h="175221">
                    <a:moveTo>
                      <a:pt x="587526" y="175794"/>
                    </a:moveTo>
                    <a:cubicBezTo>
                      <a:pt x="461366" y="176495"/>
                      <a:pt x="343617" y="169486"/>
                      <a:pt x="226919" y="149862"/>
                    </a:cubicBezTo>
                    <a:cubicBezTo>
                      <a:pt x="163489" y="139348"/>
                      <a:pt x="100059" y="126732"/>
                      <a:pt x="42235" y="96944"/>
                    </a:cubicBezTo>
                    <a:cubicBezTo>
                      <a:pt x="30671" y="90987"/>
                      <a:pt x="19807" y="82927"/>
                      <a:pt x="10345" y="73815"/>
                    </a:cubicBezTo>
                    <a:cubicBezTo>
                      <a:pt x="-2972" y="61199"/>
                      <a:pt x="-3673" y="46831"/>
                      <a:pt x="9644" y="34566"/>
                    </a:cubicBezTo>
                    <a:cubicBezTo>
                      <a:pt x="22961" y="22650"/>
                      <a:pt x="39432" y="13889"/>
                      <a:pt x="54851" y="4427"/>
                    </a:cubicBezTo>
                    <a:cubicBezTo>
                      <a:pt x="57305" y="3026"/>
                      <a:pt x="62211" y="3726"/>
                      <a:pt x="65715" y="5128"/>
                    </a:cubicBezTo>
                    <a:cubicBezTo>
                      <a:pt x="143163" y="32112"/>
                      <a:pt x="223415" y="44378"/>
                      <a:pt x="304368" y="53489"/>
                    </a:cubicBezTo>
                    <a:cubicBezTo>
                      <a:pt x="405295" y="65054"/>
                      <a:pt x="506924" y="68909"/>
                      <a:pt x="608202" y="67157"/>
                    </a:cubicBezTo>
                    <a:cubicBezTo>
                      <a:pt x="739969" y="65054"/>
                      <a:pt x="871386" y="55592"/>
                      <a:pt x="1000349" y="25103"/>
                    </a:cubicBezTo>
                    <a:cubicBezTo>
                      <a:pt x="1027333" y="18796"/>
                      <a:pt x="1053266" y="8983"/>
                      <a:pt x="1079900" y="1273"/>
                    </a:cubicBezTo>
                    <a:cubicBezTo>
                      <a:pt x="1085157" y="-128"/>
                      <a:pt x="1091815" y="-829"/>
                      <a:pt x="1096371" y="1624"/>
                    </a:cubicBezTo>
                    <a:cubicBezTo>
                      <a:pt x="1111791" y="9334"/>
                      <a:pt x="1127911" y="17043"/>
                      <a:pt x="1141578" y="27557"/>
                    </a:cubicBezTo>
                    <a:cubicBezTo>
                      <a:pt x="1164007" y="44378"/>
                      <a:pt x="1163656" y="63652"/>
                      <a:pt x="1141578" y="81525"/>
                    </a:cubicBezTo>
                    <a:cubicBezTo>
                      <a:pt x="1113192" y="104304"/>
                      <a:pt x="1079550" y="115168"/>
                      <a:pt x="1045556" y="125330"/>
                    </a:cubicBezTo>
                    <a:cubicBezTo>
                      <a:pt x="978972" y="144955"/>
                      <a:pt x="910986" y="155469"/>
                      <a:pt x="842299" y="163178"/>
                    </a:cubicBezTo>
                    <a:cubicBezTo>
                      <a:pt x="755389" y="171940"/>
                      <a:pt x="667778" y="176846"/>
                      <a:pt x="587526" y="175794"/>
                    </a:cubicBezTo>
                    <a:close/>
                  </a:path>
                </a:pathLst>
              </a:custGeom>
              <a:grpFill/>
              <a:ln w="3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4" name="그룹 13"/>
            <p:cNvGrpSpPr/>
            <p:nvPr/>
          </p:nvGrpSpPr>
          <p:grpSpPr>
            <a:xfrm flipV="1">
              <a:off x="4432813" y="3299472"/>
              <a:ext cx="527928" cy="58693"/>
              <a:chOff x="3058239" y="2911633"/>
              <a:chExt cx="1213216" cy="134881"/>
            </a:xfrm>
            <a:solidFill>
              <a:schemeClr val="bg1"/>
            </a:solidFill>
          </p:grpSpPr>
          <p:sp>
            <p:nvSpPr>
              <p:cNvPr id="13" name="사각형: 둥근 모서리 12"/>
              <p:cNvSpPr/>
              <p:nvPr/>
            </p:nvSpPr>
            <p:spPr>
              <a:xfrm>
                <a:off x="3058239" y="2911633"/>
                <a:ext cx="710482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" name="사각형: 둥근 모서리 203"/>
              <p:cNvSpPr/>
              <p:nvPr/>
            </p:nvSpPr>
            <p:spPr>
              <a:xfrm>
                <a:off x="3804088" y="2911633"/>
                <a:ext cx="216000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사각형: 둥근 모서리 204"/>
              <p:cNvSpPr/>
              <p:nvPr/>
            </p:nvSpPr>
            <p:spPr>
              <a:xfrm>
                <a:off x="4055455" y="2911633"/>
                <a:ext cx="216000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6" name="그룹 205"/>
            <p:cNvGrpSpPr/>
            <p:nvPr/>
          </p:nvGrpSpPr>
          <p:grpSpPr>
            <a:xfrm flipV="1">
              <a:off x="4432813" y="3755468"/>
              <a:ext cx="527928" cy="58693"/>
              <a:chOff x="3058239" y="2911633"/>
              <a:chExt cx="1213216" cy="134881"/>
            </a:xfrm>
            <a:solidFill>
              <a:schemeClr val="bg1"/>
            </a:solidFill>
          </p:grpSpPr>
          <p:sp>
            <p:nvSpPr>
              <p:cNvPr id="207" name="사각형: 둥근 모서리 206"/>
              <p:cNvSpPr/>
              <p:nvPr/>
            </p:nvSpPr>
            <p:spPr>
              <a:xfrm>
                <a:off x="3058239" y="2911633"/>
                <a:ext cx="710482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" name="사각형: 둥근 모서리 207"/>
              <p:cNvSpPr/>
              <p:nvPr/>
            </p:nvSpPr>
            <p:spPr>
              <a:xfrm>
                <a:off x="3804088" y="2911633"/>
                <a:ext cx="216000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사각형: 둥근 모서리 208"/>
              <p:cNvSpPr/>
              <p:nvPr/>
            </p:nvSpPr>
            <p:spPr>
              <a:xfrm>
                <a:off x="4055455" y="2911633"/>
                <a:ext cx="216000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10" name="그룹 209"/>
            <p:cNvGrpSpPr/>
            <p:nvPr/>
          </p:nvGrpSpPr>
          <p:grpSpPr>
            <a:xfrm flipV="1">
              <a:off x="4432813" y="4211464"/>
              <a:ext cx="527928" cy="58693"/>
              <a:chOff x="3058239" y="2911633"/>
              <a:chExt cx="1213216" cy="134881"/>
            </a:xfrm>
            <a:solidFill>
              <a:schemeClr val="bg1"/>
            </a:solidFill>
          </p:grpSpPr>
          <p:sp>
            <p:nvSpPr>
              <p:cNvPr id="211" name="사각형: 둥근 모서리 210"/>
              <p:cNvSpPr/>
              <p:nvPr/>
            </p:nvSpPr>
            <p:spPr>
              <a:xfrm>
                <a:off x="3058239" y="2911633"/>
                <a:ext cx="710482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" name="사각형: 둥근 모서리 211"/>
              <p:cNvSpPr/>
              <p:nvPr/>
            </p:nvSpPr>
            <p:spPr>
              <a:xfrm>
                <a:off x="3804088" y="2911633"/>
                <a:ext cx="216000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" name="사각형: 둥근 모서리 212"/>
              <p:cNvSpPr/>
              <p:nvPr/>
            </p:nvSpPr>
            <p:spPr>
              <a:xfrm>
                <a:off x="4055455" y="2911633"/>
                <a:ext cx="216000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14" name="Group 26"/>
          <p:cNvGrpSpPr/>
          <p:nvPr/>
        </p:nvGrpSpPr>
        <p:grpSpPr>
          <a:xfrm>
            <a:off x="1478466" y="2469941"/>
            <a:ext cx="1959619" cy="1180979"/>
            <a:chOff x="3767143" y="2846931"/>
            <a:chExt cx="1053838" cy="635103"/>
          </a:xfrm>
        </p:grpSpPr>
        <p:sp>
          <p:nvSpPr>
            <p:cNvPr id="215" name="Freeform: Shape 27"/>
            <p:cNvSpPr/>
            <p:nvPr/>
          </p:nvSpPr>
          <p:spPr>
            <a:xfrm>
              <a:off x="3813737" y="2889799"/>
              <a:ext cx="967795" cy="543968"/>
            </a:xfrm>
            <a:custGeom>
              <a:avLst/>
              <a:gdLst>
                <a:gd name="connsiteX0" fmla="*/ 0 w 967795"/>
                <a:gd name="connsiteY0" fmla="*/ 543968 h 543968"/>
                <a:gd name="connsiteX1" fmla="*/ 240280 w 967795"/>
                <a:gd name="connsiteY1" fmla="*/ 233606 h 543968"/>
                <a:gd name="connsiteX2" fmla="*/ 490572 w 967795"/>
                <a:gd name="connsiteY2" fmla="*/ 423828 h 543968"/>
                <a:gd name="connsiteX3" fmla="*/ 724178 w 967795"/>
                <a:gd name="connsiteY3" fmla="*/ 280327 h 543968"/>
                <a:gd name="connsiteX4" fmla="*/ 967795 w 967795"/>
                <a:gd name="connsiteY4" fmla="*/ 0 h 543968"/>
                <a:gd name="connsiteX0-1" fmla="*/ 0 w 967795"/>
                <a:gd name="connsiteY0-2" fmla="*/ 543968 h 543968"/>
                <a:gd name="connsiteX1-3" fmla="*/ 230044 w 967795"/>
                <a:gd name="connsiteY1-4" fmla="*/ 233606 h 543968"/>
                <a:gd name="connsiteX2-5" fmla="*/ 490572 w 967795"/>
                <a:gd name="connsiteY2-6" fmla="*/ 423828 h 543968"/>
                <a:gd name="connsiteX3-7" fmla="*/ 724178 w 967795"/>
                <a:gd name="connsiteY3-8" fmla="*/ 280327 h 543968"/>
                <a:gd name="connsiteX4-9" fmla="*/ 967795 w 967795"/>
                <a:gd name="connsiteY4-10" fmla="*/ 0 h 543968"/>
                <a:gd name="connsiteX0-11" fmla="*/ 0 w 967795"/>
                <a:gd name="connsiteY0-12" fmla="*/ 543968 h 543968"/>
                <a:gd name="connsiteX1-13" fmla="*/ 230044 w 967795"/>
                <a:gd name="connsiteY1-14" fmla="*/ 233606 h 543968"/>
                <a:gd name="connsiteX2-15" fmla="*/ 480336 w 967795"/>
                <a:gd name="connsiteY2-16" fmla="*/ 430652 h 543968"/>
                <a:gd name="connsiteX3-17" fmla="*/ 724178 w 967795"/>
                <a:gd name="connsiteY3-18" fmla="*/ 280327 h 543968"/>
                <a:gd name="connsiteX4-19" fmla="*/ 967795 w 967795"/>
                <a:gd name="connsiteY4-20" fmla="*/ 0 h 5439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67795" h="543968">
                  <a:moveTo>
                    <a:pt x="0" y="543968"/>
                  </a:moveTo>
                  <a:lnTo>
                    <a:pt x="230044" y="233606"/>
                  </a:lnTo>
                  <a:lnTo>
                    <a:pt x="480336" y="430652"/>
                  </a:lnTo>
                  <a:lnTo>
                    <a:pt x="724178" y="280327"/>
                  </a:lnTo>
                  <a:lnTo>
                    <a:pt x="967795" y="0"/>
                  </a:lnTo>
                </a:path>
              </a:pathLst>
            </a:cu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6" name="Oval 28"/>
            <p:cNvSpPr/>
            <p:nvPr/>
          </p:nvSpPr>
          <p:spPr>
            <a:xfrm>
              <a:off x="3767143" y="3389488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9"/>
            <p:cNvSpPr/>
            <p:nvPr/>
          </p:nvSpPr>
          <p:spPr>
            <a:xfrm>
              <a:off x="4000642" y="3081351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30"/>
            <p:cNvSpPr/>
            <p:nvPr/>
          </p:nvSpPr>
          <p:spPr>
            <a:xfrm>
              <a:off x="4247789" y="3267775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31"/>
            <p:cNvSpPr/>
            <p:nvPr/>
          </p:nvSpPr>
          <p:spPr>
            <a:xfrm>
              <a:off x="4488112" y="3127624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32"/>
            <p:cNvSpPr/>
            <p:nvPr/>
          </p:nvSpPr>
          <p:spPr>
            <a:xfrm>
              <a:off x="4728435" y="2846931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1" name="Group 26"/>
          <p:cNvGrpSpPr/>
          <p:nvPr/>
        </p:nvGrpSpPr>
        <p:grpSpPr>
          <a:xfrm>
            <a:off x="1607414" y="3131011"/>
            <a:ext cx="1914233" cy="1051822"/>
            <a:chOff x="3767143" y="2916389"/>
            <a:chExt cx="1029430" cy="565645"/>
          </a:xfrm>
        </p:grpSpPr>
        <p:sp>
          <p:nvSpPr>
            <p:cNvPr id="222" name="Freeform: Shape 27"/>
            <p:cNvSpPr/>
            <p:nvPr/>
          </p:nvSpPr>
          <p:spPr>
            <a:xfrm>
              <a:off x="3813737" y="2969274"/>
              <a:ext cx="942959" cy="464494"/>
            </a:xfrm>
            <a:custGeom>
              <a:avLst/>
              <a:gdLst>
                <a:gd name="connsiteX0" fmla="*/ 0 w 967795"/>
                <a:gd name="connsiteY0" fmla="*/ 543968 h 543968"/>
                <a:gd name="connsiteX1" fmla="*/ 240280 w 967795"/>
                <a:gd name="connsiteY1" fmla="*/ 233606 h 543968"/>
                <a:gd name="connsiteX2" fmla="*/ 490572 w 967795"/>
                <a:gd name="connsiteY2" fmla="*/ 423828 h 543968"/>
                <a:gd name="connsiteX3" fmla="*/ 724178 w 967795"/>
                <a:gd name="connsiteY3" fmla="*/ 280327 h 543968"/>
                <a:gd name="connsiteX4" fmla="*/ 967795 w 967795"/>
                <a:gd name="connsiteY4" fmla="*/ 0 h 543968"/>
                <a:gd name="connsiteX0-1" fmla="*/ 0 w 967795"/>
                <a:gd name="connsiteY0-2" fmla="*/ 543968 h 543968"/>
                <a:gd name="connsiteX1-3" fmla="*/ 230044 w 967795"/>
                <a:gd name="connsiteY1-4" fmla="*/ 233606 h 543968"/>
                <a:gd name="connsiteX2-5" fmla="*/ 490572 w 967795"/>
                <a:gd name="connsiteY2-6" fmla="*/ 423828 h 543968"/>
                <a:gd name="connsiteX3-7" fmla="*/ 724178 w 967795"/>
                <a:gd name="connsiteY3-8" fmla="*/ 280327 h 543968"/>
                <a:gd name="connsiteX4-9" fmla="*/ 967795 w 967795"/>
                <a:gd name="connsiteY4-10" fmla="*/ 0 h 543968"/>
                <a:gd name="connsiteX0-11" fmla="*/ 0 w 967795"/>
                <a:gd name="connsiteY0-12" fmla="*/ 543968 h 543968"/>
                <a:gd name="connsiteX1-13" fmla="*/ 230044 w 967795"/>
                <a:gd name="connsiteY1-14" fmla="*/ 233606 h 543968"/>
                <a:gd name="connsiteX2-15" fmla="*/ 480336 w 967795"/>
                <a:gd name="connsiteY2-16" fmla="*/ 430652 h 543968"/>
                <a:gd name="connsiteX3-17" fmla="*/ 724178 w 967795"/>
                <a:gd name="connsiteY3-18" fmla="*/ 280327 h 543968"/>
                <a:gd name="connsiteX4-19" fmla="*/ 967795 w 967795"/>
                <a:gd name="connsiteY4-20" fmla="*/ 0 h 543968"/>
                <a:gd name="connsiteX0-21" fmla="*/ 0 w 967795"/>
                <a:gd name="connsiteY0-22" fmla="*/ 543968 h 543968"/>
                <a:gd name="connsiteX1-23" fmla="*/ 195274 w 967795"/>
                <a:gd name="connsiteY1-24" fmla="*/ 327981 h 543968"/>
                <a:gd name="connsiteX2-25" fmla="*/ 480336 w 967795"/>
                <a:gd name="connsiteY2-26" fmla="*/ 430652 h 543968"/>
                <a:gd name="connsiteX3-27" fmla="*/ 724178 w 967795"/>
                <a:gd name="connsiteY3-28" fmla="*/ 280327 h 543968"/>
                <a:gd name="connsiteX4-29" fmla="*/ 967795 w 967795"/>
                <a:gd name="connsiteY4-30" fmla="*/ 0 h 543968"/>
                <a:gd name="connsiteX0-31" fmla="*/ 0 w 967795"/>
                <a:gd name="connsiteY0-32" fmla="*/ 543968 h 543968"/>
                <a:gd name="connsiteX1-33" fmla="*/ 195274 w 967795"/>
                <a:gd name="connsiteY1-34" fmla="*/ 327981 h 543968"/>
                <a:gd name="connsiteX2-35" fmla="*/ 480336 w 967795"/>
                <a:gd name="connsiteY2-36" fmla="*/ 341244 h 543968"/>
                <a:gd name="connsiteX3-37" fmla="*/ 724178 w 967795"/>
                <a:gd name="connsiteY3-38" fmla="*/ 280327 h 543968"/>
                <a:gd name="connsiteX4-39" fmla="*/ 967795 w 967795"/>
                <a:gd name="connsiteY4-40" fmla="*/ 0 h 543968"/>
                <a:gd name="connsiteX0-41" fmla="*/ 0 w 967795"/>
                <a:gd name="connsiteY0-42" fmla="*/ 543968 h 543968"/>
                <a:gd name="connsiteX1-43" fmla="*/ 195274 w 967795"/>
                <a:gd name="connsiteY1-44" fmla="*/ 327981 h 543968"/>
                <a:gd name="connsiteX2-45" fmla="*/ 480336 w 967795"/>
                <a:gd name="connsiteY2-46" fmla="*/ 341244 h 543968"/>
                <a:gd name="connsiteX3-47" fmla="*/ 704310 w 967795"/>
                <a:gd name="connsiteY3-48" fmla="*/ 230656 h 543968"/>
                <a:gd name="connsiteX4-49" fmla="*/ 967795 w 967795"/>
                <a:gd name="connsiteY4-50" fmla="*/ 0 h 543968"/>
                <a:gd name="connsiteX0-51" fmla="*/ 0 w 942959"/>
                <a:gd name="connsiteY0-52" fmla="*/ 464494 h 464494"/>
                <a:gd name="connsiteX1-53" fmla="*/ 195274 w 942959"/>
                <a:gd name="connsiteY1-54" fmla="*/ 248507 h 464494"/>
                <a:gd name="connsiteX2-55" fmla="*/ 480336 w 942959"/>
                <a:gd name="connsiteY2-56" fmla="*/ 261770 h 464494"/>
                <a:gd name="connsiteX3-57" fmla="*/ 704310 w 942959"/>
                <a:gd name="connsiteY3-58" fmla="*/ 151182 h 464494"/>
                <a:gd name="connsiteX4-59" fmla="*/ 942959 w 942959"/>
                <a:gd name="connsiteY4-60" fmla="*/ 0 h 46449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42959" h="464494">
                  <a:moveTo>
                    <a:pt x="0" y="464494"/>
                  </a:moveTo>
                  <a:lnTo>
                    <a:pt x="195274" y="248507"/>
                  </a:lnTo>
                  <a:lnTo>
                    <a:pt x="480336" y="261770"/>
                  </a:lnTo>
                  <a:lnTo>
                    <a:pt x="704310" y="151182"/>
                  </a:lnTo>
                  <a:lnTo>
                    <a:pt x="942959" y="0"/>
                  </a:lnTo>
                </a:path>
              </a:pathLst>
            </a:cu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3" name="Oval 28"/>
            <p:cNvSpPr/>
            <p:nvPr/>
          </p:nvSpPr>
          <p:spPr>
            <a:xfrm>
              <a:off x="3767143" y="3389488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9"/>
            <p:cNvSpPr/>
            <p:nvPr/>
          </p:nvSpPr>
          <p:spPr>
            <a:xfrm>
              <a:off x="3955029" y="3180022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30"/>
            <p:cNvSpPr/>
            <p:nvPr/>
          </p:nvSpPr>
          <p:spPr>
            <a:xfrm>
              <a:off x="4238282" y="3178466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31"/>
            <p:cNvSpPr/>
            <p:nvPr/>
          </p:nvSpPr>
          <p:spPr>
            <a:xfrm>
              <a:off x="4458316" y="3064666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32"/>
            <p:cNvSpPr/>
            <p:nvPr/>
          </p:nvSpPr>
          <p:spPr>
            <a:xfrm>
              <a:off x="4704027" y="2916389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9" grpId="0"/>
      <p:bldP spid="29" grpId="1"/>
      <p:bldP spid="23" grpId="0" animBg="1"/>
      <p:bldP spid="23" grpId="1" animBg="1"/>
      <p:bldP spid="32" grpId="0"/>
      <p:bldP spid="3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4800" dirty="0"/>
              <a:t>¿</a:t>
            </a:r>
            <a:r>
              <a:rPr lang="en-US" altLang="es-MX" sz="4800" dirty="0"/>
              <a:t>Qu</a:t>
            </a:r>
            <a:r>
              <a:rPr lang="en-US" altLang="en-US" sz="4800" dirty="0"/>
              <a:t>é</a:t>
            </a:r>
            <a:r>
              <a:rPr lang="en-US" altLang="es-MX" sz="4800" dirty="0"/>
              <a:t> es una tabla derivada?</a:t>
            </a:r>
            <a:endParaRPr lang="en-US" altLang="es-MX" sz="4800" dirty="0"/>
          </a:p>
        </p:txBody>
      </p:sp>
      <p:sp>
        <p:nvSpPr>
          <p:cNvPr id="73" name="Oval 30"/>
          <p:cNvSpPr/>
          <p:nvPr/>
        </p:nvSpPr>
        <p:spPr>
          <a:xfrm>
            <a:off x="5611836" y="2854919"/>
            <a:ext cx="985195" cy="98519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31"/>
          <p:cNvSpPr/>
          <p:nvPr/>
        </p:nvSpPr>
        <p:spPr>
          <a:xfrm>
            <a:off x="3896699" y="3477113"/>
            <a:ext cx="985195" cy="98519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32"/>
          <p:cNvSpPr/>
          <p:nvPr/>
        </p:nvSpPr>
        <p:spPr>
          <a:xfrm>
            <a:off x="3017631" y="5035715"/>
            <a:ext cx="985195" cy="98519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33"/>
          <p:cNvSpPr/>
          <p:nvPr/>
        </p:nvSpPr>
        <p:spPr>
          <a:xfrm>
            <a:off x="8206041" y="5035715"/>
            <a:ext cx="985195" cy="98519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en-US" dirty="0"/>
          </a:p>
        </p:txBody>
      </p:sp>
      <p:sp>
        <p:nvSpPr>
          <p:cNvPr id="77" name="Oval 34"/>
          <p:cNvSpPr/>
          <p:nvPr/>
        </p:nvSpPr>
        <p:spPr>
          <a:xfrm>
            <a:off x="7316857" y="3477113"/>
            <a:ext cx="985195" cy="98519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en-US" dirty="0"/>
          </a:p>
        </p:txBody>
      </p:sp>
      <p:sp>
        <p:nvSpPr>
          <p:cNvPr id="80" name="Freeform: Shape 37"/>
          <p:cNvSpPr/>
          <p:nvPr/>
        </p:nvSpPr>
        <p:spPr>
          <a:xfrm>
            <a:off x="3299674" y="5295144"/>
            <a:ext cx="421108" cy="501178"/>
          </a:xfrm>
          <a:custGeom>
            <a:avLst/>
            <a:gdLst>
              <a:gd name="connsiteX0" fmla="*/ 836241 w 836628"/>
              <a:gd name="connsiteY0" fmla="*/ 119841 h 995706"/>
              <a:gd name="connsiteX1" fmla="*/ 792642 w 836628"/>
              <a:gd name="connsiteY1" fmla="*/ 83312 h 995706"/>
              <a:gd name="connsiteX2" fmla="*/ 435013 w 836628"/>
              <a:gd name="connsiteY2" fmla="*/ 6130 h 995706"/>
              <a:gd name="connsiteX3" fmla="*/ 403198 w 836628"/>
              <a:gd name="connsiteY3" fmla="*/ 6719 h 995706"/>
              <a:gd name="connsiteX4" fmla="*/ 47925 w 836628"/>
              <a:gd name="connsiteY4" fmla="*/ 83901 h 995706"/>
              <a:gd name="connsiteX5" fmla="*/ 1969 w 836628"/>
              <a:gd name="connsiteY5" fmla="*/ 121019 h 995706"/>
              <a:gd name="connsiteX6" fmla="*/ 19644 w 836628"/>
              <a:gd name="connsiteY6" fmla="*/ 476292 h 995706"/>
              <a:gd name="connsiteX7" fmla="*/ 103896 w 836628"/>
              <a:gd name="connsiteY7" fmla="*/ 716086 h 995706"/>
              <a:gd name="connsiteX8" fmla="*/ 391414 w 836628"/>
              <a:gd name="connsiteY8" fmla="*/ 987107 h 995706"/>
              <a:gd name="connsiteX9" fmla="*/ 447975 w 836628"/>
              <a:gd name="connsiteY9" fmla="*/ 987107 h 995706"/>
              <a:gd name="connsiteX10" fmla="*/ 705445 w 836628"/>
              <a:gd name="connsiteY10" fmla="*/ 756150 h 995706"/>
              <a:gd name="connsiteX11" fmla="*/ 786751 w 836628"/>
              <a:gd name="connsiteY11" fmla="*/ 607089 h 995706"/>
              <a:gd name="connsiteX12" fmla="*/ 836831 w 836628"/>
              <a:gd name="connsiteY12" fmla="*/ 220589 h 995706"/>
              <a:gd name="connsiteX13" fmla="*/ 836241 w 836628"/>
              <a:gd name="connsiteY13" fmla="*/ 119841 h 995706"/>
              <a:gd name="connsiteX14" fmla="*/ 637100 w 836628"/>
              <a:gd name="connsiteY14" fmla="*/ 405002 h 995706"/>
              <a:gd name="connsiteX15" fmla="*/ 396127 w 836628"/>
              <a:gd name="connsiteY15" fmla="*/ 671898 h 995706"/>
              <a:gd name="connsiteX16" fmla="*/ 323070 w 836628"/>
              <a:gd name="connsiteY16" fmla="*/ 679557 h 995706"/>
              <a:gd name="connsiteX17" fmla="*/ 232926 w 836628"/>
              <a:gd name="connsiteY17" fmla="*/ 612980 h 995706"/>
              <a:gd name="connsiteX18" fmla="*/ 219964 w 836628"/>
              <a:gd name="connsiteY18" fmla="*/ 542868 h 995706"/>
              <a:gd name="connsiteX19" fmla="*/ 293022 w 836628"/>
              <a:gd name="connsiteY19" fmla="*/ 532852 h 995706"/>
              <a:gd name="connsiteX20" fmla="*/ 295378 w 836628"/>
              <a:gd name="connsiteY20" fmla="*/ 534620 h 995706"/>
              <a:gd name="connsiteX21" fmla="*/ 396717 w 836628"/>
              <a:gd name="connsiteY21" fmla="*/ 522247 h 995706"/>
              <a:gd name="connsiteX22" fmla="*/ 564632 w 836628"/>
              <a:gd name="connsiteY22" fmla="*/ 336657 h 995706"/>
              <a:gd name="connsiteX23" fmla="*/ 622960 w 836628"/>
              <a:gd name="connsiteY23" fmla="*/ 320749 h 995706"/>
              <a:gd name="connsiteX24" fmla="*/ 654775 w 836628"/>
              <a:gd name="connsiteY24" fmla="*/ 360224 h 995706"/>
              <a:gd name="connsiteX25" fmla="*/ 637100 w 836628"/>
              <a:gd name="connsiteY25" fmla="*/ 405002 h 995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36628" h="995706">
                <a:moveTo>
                  <a:pt x="836241" y="119841"/>
                </a:moveTo>
                <a:cubicBezTo>
                  <a:pt x="835063" y="80366"/>
                  <a:pt x="830939" y="77420"/>
                  <a:pt x="792642" y="83312"/>
                </a:cubicBezTo>
                <a:cubicBezTo>
                  <a:pt x="663613" y="102165"/>
                  <a:pt x="541654" y="87436"/>
                  <a:pt x="435013" y="6130"/>
                </a:cubicBezTo>
                <a:cubicBezTo>
                  <a:pt x="423229" y="-2708"/>
                  <a:pt x="414392" y="-1530"/>
                  <a:pt x="403198" y="6719"/>
                </a:cubicBezTo>
                <a:cubicBezTo>
                  <a:pt x="296557" y="87436"/>
                  <a:pt x="175776" y="102165"/>
                  <a:pt x="47925" y="83901"/>
                </a:cubicBezTo>
                <a:cubicBezTo>
                  <a:pt x="6683" y="78009"/>
                  <a:pt x="3737" y="79777"/>
                  <a:pt x="1969" y="121019"/>
                </a:cubicBezTo>
                <a:cubicBezTo>
                  <a:pt x="-2744" y="240032"/>
                  <a:pt x="202" y="358457"/>
                  <a:pt x="19644" y="476292"/>
                </a:cubicBezTo>
                <a:cubicBezTo>
                  <a:pt x="33785" y="561133"/>
                  <a:pt x="52638" y="645385"/>
                  <a:pt x="103896" y="716086"/>
                </a:cubicBezTo>
                <a:cubicBezTo>
                  <a:pt x="182257" y="823905"/>
                  <a:pt x="277114" y="916406"/>
                  <a:pt x="391414" y="987107"/>
                </a:cubicBezTo>
                <a:cubicBezTo>
                  <a:pt x="411446" y="999479"/>
                  <a:pt x="427943" y="998890"/>
                  <a:pt x="447975" y="987107"/>
                </a:cubicBezTo>
                <a:cubicBezTo>
                  <a:pt x="548724" y="926422"/>
                  <a:pt x="630030" y="845115"/>
                  <a:pt x="705445" y="756150"/>
                </a:cubicBezTo>
                <a:cubicBezTo>
                  <a:pt x="742562" y="711962"/>
                  <a:pt x="769075" y="661882"/>
                  <a:pt x="786751" y="607089"/>
                </a:cubicBezTo>
                <a:cubicBezTo>
                  <a:pt x="827404" y="481594"/>
                  <a:pt x="836831" y="351386"/>
                  <a:pt x="836831" y="220589"/>
                </a:cubicBezTo>
                <a:cubicBezTo>
                  <a:pt x="836831" y="186417"/>
                  <a:pt x="837420" y="153424"/>
                  <a:pt x="836241" y="119841"/>
                </a:cubicBezTo>
                <a:close/>
                <a:moveTo>
                  <a:pt x="637100" y="405002"/>
                </a:moveTo>
                <a:cubicBezTo>
                  <a:pt x="556972" y="493967"/>
                  <a:pt x="476844" y="582932"/>
                  <a:pt x="396127" y="671898"/>
                </a:cubicBezTo>
                <a:cubicBezTo>
                  <a:pt x="373739" y="696643"/>
                  <a:pt x="350172" y="699000"/>
                  <a:pt x="323070" y="679557"/>
                </a:cubicBezTo>
                <a:cubicBezTo>
                  <a:pt x="292433" y="658347"/>
                  <a:pt x="262385" y="635958"/>
                  <a:pt x="232926" y="612980"/>
                </a:cubicBezTo>
                <a:cubicBezTo>
                  <a:pt x="208770" y="594127"/>
                  <a:pt x="204056" y="564668"/>
                  <a:pt x="219964" y="542868"/>
                </a:cubicBezTo>
                <a:cubicBezTo>
                  <a:pt x="236461" y="519301"/>
                  <a:pt x="265331" y="515177"/>
                  <a:pt x="293022" y="532852"/>
                </a:cubicBezTo>
                <a:cubicBezTo>
                  <a:pt x="293611" y="533442"/>
                  <a:pt x="294789" y="534031"/>
                  <a:pt x="295378" y="534620"/>
                </a:cubicBezTo>
                <a:cubicBezTo>
                  <a:pt x="351939" y="572327"/>
                  <a:pt x="351939" y="571738"/>
                  <a:pt x="396717" y="522247"/>
                </a:cubicBezTo>
                <a:cubicBezTo>
                  <a:pt x="452688" y="460384"/>
                  <a:pt x="508660" y="398520"/>
                  <a:pt x="564632" y="336657"/>
                </a:cubicBezTo>
                <a:cubicBezTo>
                  <a:pt x="580539" y="318982"/>
                  <a:pt x="599393" y="311323"/>
                  <a:pt x="622960" y="320749"/>
                </a:cubicBezTo>
                <a:cubicBezTo>
                  <a:pt x="642992" y="328998"/>
                  <a:pt x="653597" y="344316"/>
                  <a:pt x="654775" y="360224"/>
                </a:cubicBezTo>
                <a:cubicBezTo>
                  <a:pt x="654775" y="381435"/>
                  <a:pt x="647116" y="393807"/>
                  <a:pt x="637100" y="405002"/>
                </a:cubicBezTo>
                <a:close/>
              </a:path>
            </a:pathLst>
          </a:custGeom>
          <a:solidFill>
            <a:schemeClr val="accent5"/>
          </a:solidFill>
          <a:ln w="58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Block Arc 25"/>
          <p:cNvSpPr/>
          <p:nvPr/>
        </p:nvSpPr>
        <p:spPr>
          <a:xfrm>
            <a:off x="4218526" y="3722999"/>
            <a:ext cx="341539" cy="493422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2" name="Freeform: Shape 39"/>
          <p:cNvSpPr/>
          <p:nvPr/>
        </p:nvSpPr>
        <p:spPr bwMode="auto">
          <a:xfrm>
            <a:off x="8541384" y="5274509"/>
            <a:ext cx="341539" cy="549801"/>
          </a:xfrm>
          <a:custGeom>
            <a:avLst/>
            <a:gdLst>
              <a:gd name="connsiteX0" fmla="*/ 196850 w 485776"/>
              <a:gd name="connsiteY0" fmla="*/ 554978 h 781991"/>
              <a:gd name="connsiteX1" fmla="*/ 205332 w 485776"/>
              <a:gd name="connsiteY1" fmla="*/ 554978 h 781991"/>
              <a:gd name="connsiteX2" fmla="*/ 241572 w 485776"/>
              <a:gd name="connsiteY2" fmla="*/ 554978 h 781991"/>
              <a:gd name="connsiteX3" fmla="*/ 250825 w 485776"/>
              <a:gd name="connsiteY3" fmla="*/ 554978 h 781991"/>
              <a:gd name="connsiteX4" fmla="*/ 250825 w 485776"/>
              <a:gd name="connsiteY4" fmla="*/ 564089 h 781991"/>
              <a:gd name="connsiteX5" fmla="*/ 250825 w 485776"/>
              <a:gd name="connsiteY5" fmla="*/ 750862 h 781991"/>
              <a:gd name="connsiteX6" fmla="*/ 243886 w 485776"/>
              <a:gd name="connsiteY6" fmla="*/ 771362 h 781991"/>
              <a:gd name="connsiteX7" fmla="*/ 223838 w 485776"/>
              <a:gd name="connsiteY7" fmla="*/ 781991 h 781991"/>
              <a:gd name="connsiteX8" fmla="*/ 203790 w 485776"/>
              <a:gd name="connsiteY8" fmla="*/ 771362 h 781991"/>
              <a:gd name="connsiteX9" fmla="*/ 196850 w 485776"/>
              <a:gd name="connsiteY9" fmla="*/ 750862 h 781991"/>
              <a:gd name="connsiteX10" fmla="*/ 196850 w 485776"/>
              <a:gd name="connsiteY10" fmla="*/ 564089 h 781991"/>
              <a:gd name="connsiteX11" fmla="*/ 88546 w 485776"/>
              <a:gd name="connsiteY11" fmla="*/ 366066 h 781991"/>
              <a:gd name="connsiteX12" fmla="*/ 469975 w 485776"/>
              <a:gd name="connsiteY12" fmla="*/ 366066 h 781991"/>
              <a:gd name="connsiteX13" fmla="*/ 471488 w 485776"/>
              <a:gd name="connsiteY13" fmla="*/ 366066 h 781991"/>
              <a:gd name="connsiteX14" fmla="*/ 471488 w 485776"/>
              <a:gd name="connsiteY14" fmla="*/ 367592 h 781991"/>
              <a:gd name="connsiteX15" fmla="*/ 383699 w 485776"/>
              <a:gd name="connsiteY15" fmla="*/ 455348 h 781991"/>
              <a:gd name="connsiteX16" fmla="*/ 471488 w 485776"/>
              <a:gd name="connsiteY16" fmla="*/ 542340 h 781991"/>
              <a:gd name="connsiteX17" fmla="*/ 471488 w 485776"/>
              <a:gd name="connsiteY17" fmla="*/ 543866 h 781991"/>
              <a:gd name="connsiteX18" fmla="*/ 88546 w 485776"/>
              <a:gd name="connsiteY18" fmla="*/ 543866 h 781991"/>
              <a:gd name="connsiteX19" fmla="*/ 0 w 485776"/>
              <a:gd name="connsiteY19" fmla="*/ 455348 h 781991"/>
              <a:gd name="connsiteX20" fmla="*/ 196850 w 485776"/>
              <a:gd name="connsiteY20" fmla="*/ 277166 h 781991"/>
              <a:gd name="connsiteX21" fmla="*/ 205332 w 485776"/>
              <a:gd name="connsiteY21" fmla="*/ 277166 h 781991"/>
              <a:gd name="connsiteX22" fmla="*/ 241572 w 485776"/>
              <a:gd name="connsiteY22" fmla="*/ 277166 h 781991"/>
              <a:gd name="connsiteX23" fmla="*/ 250825 w 485776"/>
              <a:gd name="connsiteY23" fmla="*/ 277166 h 781991"/>
              <a:gd name="connsiteX24" fmla="*/ 250825 w 485776"/>
              <a:gd name="connsiteY24" fmla="*/ 285394 h 781991"/>
              <a:gd name="connsiteX25" fmla="*/ 250825 w 485776"/>
              <a:gd name="connsiteY25" fmla="*/ 345231 h 781991"/>
              <a:gd name="connsiteX26" fmla="*/ 250825 w 485776"/>
              <a:gd name="connsiteY26" fmla="*/ 354954 h 781991"/>
              <a:gd name="connsiteX27" fmla="*/ 241572 w 485776"/>
              <a:gd name="connsiteY27" fmla="*/ 354954 h 781991"/>
              <a:gd name="connsiteX28" fmla="*/ 205332 w 485776"/>
              <a:gd name="connsiteY28" fmla="*/ 354954 h 781991"/>
              <a:gd name="connsiteX29" fmla="*/ 196850 w 485776"/>
              <a:gd name="connsiteY29" fmla="*/ 354954 h 781991"/>
              <a:gd name="connsiteX30" fmla="*/ 196850 w 485776"/>
              <a:gd name="connsiteY30" fmla="*/ 345231 h 781991"/>
              <a:gd name="connsiteX31" fmla="*/ 196850 w 485776"/>
              <a:gd name="connsiteY31" fmla="*/ 285394 h 781991"/>
              <a:gd name="connsiteX32" fmla="*/ 14288 w 485776"/>
              <a:gd name="connsiteY32" fmla="*/ 86666 h 781991"/>
              <a:gd name="connsiteX33" fmla="*/ 397846 w 485776"/>
              <a:gd name="connsiteY33" fmla="*/ 86666 h 781991"/>
              <a:gd name="connsiteX34" fmla="*/ 485776 w 485776"/>
              <a:gd name="connsiteY34" fmla="*/ 173979 h 781991"/>
              <a:gd name="connsiteX35" fmla="*/ 397846 w 485776"/>
              <a:gd name="connsiteY35" fmla="*/ 261291 h 781991"/>
              <a:gd name="connsiteX36" fmla="*/ 15804 w 485776"/>
              <a:gd name="connsiteY36" fmla="*/ 261291 h 781991"/>
              <a:gd name="connsiteX37" fmla="*/ 14288 w 485776"/>
              <a:gd name="connsiteY37" fmla="*/ 261291 h 781991"/>
              <a:gd name="connsiteX38" fmla="*/ 14288 w 485776"/>
              <a:gd name="connsiteY38" fmla="*/ 260539 h 781991"/>
              <a:gd name="connsiteX39" fmla="*/ 102218 w 485776"/>
              <a:gd name="connsiteY39" fmla="*/ 173979 h 781991"/>
              <a:gd name="connsiteX40" fmla="*/ 14288 w 485776"/>
              <a:gd name="connsiteY40" fmla="*/ 88172 h 781991"/>
              <a:gd name="connsiteX41" fmla="*/ 223838 w 485776"/>
              <a:gd name="connsiteY41" fmla="*/ 115 h 781991"/>
              <a:gd name="connsiteX42" fmla="*/ 243886 w 485776"/>
              <a:gd name="connsiteY42" fmla="*/ 9259 h 781991"/>
              <a:gd name="connsiteX43" fmla="*/ 250825 w 485776"/>
              <a:gd name="connsiteY43" fmla="*/ 30595 h 781991"/>
              <a:gd name="connsiteX44" fmla="*/ 250825 w 485776"/>
              <a:gd name="connsiteY44" fmla="*/ 67933 h 781991"/>
              <a:gd name="connsiteX45" fmla="*/ 250825 w 485776"/>
              <a:gd name="connsiteY45" fmla="*/ 75553 h 781991"/>
              <a:gd name="connsiteX46" fmla="*/ 241572 w 485776"/>
              <a:gd name="connsiteY46" fmla="*/ 75553 h 781991"/>
              <a:gd name="connsiteX47" fmla="*/ 205332 w 485776"/>
              <a:gd name="connsiteY47" fmla="*/ 75553 h 781991"/>
              <a:gd name="connsiteX48" fmla="*/ 196850 w 485776"/>
              <a:gd name="connsiteY48" fmla="*/ 75553 h 781991"/>
              <a:gd name="connsiteX49" fmla="*/ 196850 w 485776"/>
              <a:gd name="connsiteY49" fmla="*/ 67933 h 781991"/>
              <a:gd name="connsiteX50" fmla="*/ 196850 w 485776"/>
              <a:gd name="connsiteY50" fmla="*/ 30595 h 781991"/>
              <a:gd name="connsiteX51" fmla="*/ 203790 w 485776"/>
              <a:gd name="connsiteY51" fmla="*/ 9259 h 781991"/>
              <a:gd name="connsiteX52" fmla="*/ 223838 w 485776"/>
              <a:gd name="connsiteY52" fmla="*/ 115 h 781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85776" h="781991">
                <a:moveTo>
                  <a:pt x="196850" y="554978"/>
                </a:moveTo>
                <a:lnTo>
                  <a:pt x="205332" y="554978"/>
                </a:lnTo>
                <a:lnTo>
                  <a:pt x="241572" y="554978"/>
                </a:lnTo>
                <a:lnTo>
                  <a:pt x="250825" y="554978"/>
                </a:lnTo>
                <a:lnTo>
                  <a:pt x="250825" y="564089"/>
                </a:lnTo>
                <a:lnTo>
                  <a:pt x="250825" y="750862"/>
                </a:lnTo>
                <a:cubicBezTo>
                  <a:pt x="250825" y="758455"/>
                  <a:pt x="248512" y="765288"/>
                  <a:pt x="243886" y="771362"/>
                </a:cubicBezTo>
                <a:cubicBezTo>
                  <a:pt x="239259" y="777436"/>
                  <a:pt x="232320" y="781991"/>
                  <a:pt x="223838" y="781991"/>
                </a:cubicBezTo>
                <a:cubicBezTo>
                  <a:pt x="216127" y="781991"/>
                  <a:pt x="208416" y="777436"/>
                  <a:pt x="203790" y="771362"/>
                </a:cubicBezTo>
                <a:cubicBezTo>
                  <a:pt x="199163" y="765288"/>
                  <a:pt x="196850" y="758455"/>
                  <a:pt x="196850" y="750862"/>
                </a:cubicBezTo>
                <a:lnTo>
                  <a:pt x="196850" y="564089"/>
                </a:lnTo>
                <a:close/>
                <a:moveTo>
                  <a:pt x="88546" y="366066"/>
                </a:moveTo>
                <a:lnTo>
                  <a:pt x="469975" y="366066"/>
                </a:lnTo>
                <a:lnTo>
                  <a:pt x="471488" y="366066"/>
                </a:lnTo>
                <a:lnTo>
                  <a:pt x="471488" y="367592"/>
                </a:lnTo>
                <a:lnTo>
                  <a:pt x="383699" y="455348"/>
                </a:lnTo>
                <a:lnTo>
                  <a:pt x="471488" y="542340"/>
                </a:lnTo>
                <a:lnTo>
                  <a:pt x="471488" y="543866"/>
                </a:lnTo>
                <a:lnTo>
                  <a:pt x="88546" y="543866"/>
                </a:lnTo>
                <a:lnTo>
                  <a:pt x="0" y="455348"/>
                </a:lnTo>
                <a:close/>
                <a:moveTo>
                  <a:pt x="196850" y="277166"/>
                </a:moveTo>
                <a:lnTo>
                  <a:pt x="205332" y="277166"/>
                </a:lnTo>
                <a:lnTo>
                  <a:pt x="241572" y="277166"/>
                </a:lnTo>
                <a:lnTo>
                  <a:pt x="250825" y="277166"/>
                </a:lnTo>
                <a:lnTo>
                  <a:pt x="250825" y="285394"/>
                </a:lnTo>
                <a:lnTo>
                  <a:pt x="250825" y="345231"/>
                </a:lnTo>
                <a:lnTo>
                  <a:pt x="250825" y="354954"/>
                </a:lnTo>
                <a:lnTo>
                  <a:pt x="241572" y="354954"/>
                </a:lnTo>
                <a:lnTo>
                  <a:pt x="205332" y="354954"/>
                </a:lnTo>
                <a:lnTo>
                  <a:pt x="196850" y="354954"/>
                </a:lnTo>
                <a:lnTo>
                  <a:pt x="196850" y="345231"/>
                </a:lnTo>
                <a:lnTo>
                  <a:pt x="196850" y="285394"/>
                </a:lnTo>
                <a:close/>
                <a:moveTo>
                  <a:pt x="14288" y="86666"/>
                </a:moveTo>
                <a:lnTo>
                  <a:pt x="397846" y="86666"/>
                </a:lnTo>
                <a:lnTo>
                  <a:pt x="485776" y="173979"/>
                </a:lnTo>
                <a:lnTo>
                  <a:pt x="397846" y="261291"/>
                </a:lnTo>
                <a:lnTo>
                  <a:pt x="15804" y="261291"/>
                </a:lnTo>
                <a:lnTo>
                  <a:pt x="14288" y="261291"/>
                </a:lnTo>
                <a:lnTo>
                  <a:pt x="14288" y="260539"/>
                </a:lnTo>
                <a:lnTo>
                  <a:pt x="102218" y="173979"/>
                </a:lnTo>
                <a:lnTo>
                  <a:pt x="14288" y="88172"/>
                </a:lnTo>
                <a:close/>
                <a:moveTo>
                  <a:pt x="223838" y="115"/>
                </a:moveTo>
                <a:cubicBezTo>
                  <a:pt x="232320" y="-647"/>
                  <a:pt x="239259" y="2401"/>
                  <a:pt x="243886" y="9259"/>
                </a:cubicBezTo>
                <a:cubicBezTo>
                  <a:pt x="248512" y="15355"/>
                  <a:pt x="250825" y="22213"/>
                  <a:pt x="250825" y="30595"/>
                </a:cubicBezTo>
                <a:lnTo>
                  <a:pt x="250825" y="67933"/>
                </a:lnTo>
                <a:lnTo>
                  <a:pt x="250825" y="75553"/>
                </a:lnTo>
                <a:lnTo>
                  <a:pt x="241572" y="75553"/>
                </a:lnTo>
                <a:lnTo>
                  <a:pt x="205332" y="75553"/>
                </a:lnTo>
                <a:lnTo>
                  <a:pt x="196850" y="75553"/>
                </a:lnTo>
                <a:lnTo>
                  <a:pt x="196850" y="67933"/>
                </a:lnTo>
                <a:lnTo>
                  <a:pt x="196850" y="30595"/>
                </a:lnTo>
                <a:cubicBezTo>
                  <a:pt x="196850" y="22213"/>
                  <a:pt x="199163" y="15355"/>
                  <a:pt x="203790" y="9259"/>
                </a:cubicBezTo>
                <a:cubicBezTo>
                  <a:pt x="208416" y="2401"/>
                  <a:pt x="216127" y="115"/>
                  <a:pt x="223838" y="1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ko-KR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4953635" y="1895475"/>
            <a:ext cx="2285365" cy="9531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es-MX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S</a:t>
            </a: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ó</a:t>
            </a:r>
            <a:r>
              <a:rPr lang="en-US" altLang="es-MX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lo existe durante la ejecuci</a:t>
            </a: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ó</a:t>
            </a:r>
            <a:r>
              <a:rPr lang="en-US" altLang="es-MX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n de la consulta principal.</a:t>
            </a:r>
            <a:endParaRPr lang="en-US" altLang="es-MX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pPr algn="ctr"/>
            <a:endParaRPr lang="en-US" altLang="es-MX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419465" y="2458085"/>
            <a:ext cx="3188970" cy="1383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s-MX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Las tablas derivadas NO se almacenan permanentemente en la base de datos. Son temporales y existen solo durante la ejecuci</a:t>
            </a: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ó</a:t>
            </a:r>
            <a:r>
              <a:rPr lang="en-US" altLang="es-MX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n de la consulta que las contiene.</a:t>
            </a:r>
            <a:endParaRPr lang="en-US" altLang="es-MX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218295" y="4994275"/>
            <a:ext cx="2591435" cy="18148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s-MX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Una tabla derivada es como una vista temporal o un resultado intermedio que la base de datos calcula en el momento.</a:t>
            </a:r>
            <a:endParaRPr lang="en-US" altLang="es-MX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611630" y="3318510"/>
            <a:ext cx="2285365" cy="737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es-MX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Funciona como una tabla real, con filas y columnas.</a:t>
            </a:r>
            <a:endParaRPr lang="en-US" altLang="es-MX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pPr algn="r"/>
            <a:endParaRPr lang="en-US" altLang="es-MX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78485" y="5236845"/>
            <a:ext cx="2285365" cy="1168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es-MX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Tabla derivada es el resultado de una subconsulta dentro del FROM.</a:t>
            </a:r>
            <a:endParaRPr lang="en-US" altLang="es-MX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pPr algn="r"/>
            <a:endParaRPr lang="en-US" altLang="es-MX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98" name="Straight Connector 55"/>
          <p:cNvCxnSpPr>
            <a:stCxn id="75" idx="6"/>
          </p:cNvCxnSpPr>
          <p:nvPr/>
        </p:nvCxnSpPr>
        <p:spPr>
          <a:xfrm flipV="1">
            <a:off x="4002826" y="5516662"/>
            <a:ext cx="998742" cy="11651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56"/>
          <p:cNvCxnSpPr>
            <a:stCxn id="73" idx="4"/>
          </p:cNvCxnSpPr>
          <p:nvPr/>
        </p:nvCxnSpPr>
        <p:spPr>
          <a:xfrm flipH="1">
            <a:off x="6096754" y="3840114"/>
            <a:ext cx="7680" cy="618358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58"/>
          <p:cNvCxnSpPr>
            <a:stCxn id="76" idx="2"/>
          </p:cNvCxnSpPr>
          <p:nvPr/>
        </p:nvCxnSpPr>
        <p:spPr>
          <a:xfrm flipH="1">
            <a:off x="7218758" y="5528313"/>
            <a:ext cx="987283" cy="1374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2"/>
          <p:cNvCxnSpPr>
            <a:stCxn id="74" idx="5"/>
          </p:cNvCxnSpPr>
          <p:nvPr/>
        </p:nvCxnSpPr>
        <p:spPr>
          <a:xfrm>
            <a:off x="4737616" y="4318030"/>
            <a:ext cx="745175" cy="526903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57"/>
          <p:cNvCxnSpPr>
            <a:stCxn id="77" idx="3"/>
          </p:cNvCxnSpPr>
          <p:nvPr/>
        </p:nvCxnSpPr>
        <p:spPr>
          <a:xfrm flipH="1">
            <a:off x="6792209" y="4318030"/>
            <a:ext cx="668926" cy="60238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그룹 133"/>
          <p:cNvGrpSpPr/>
          <p:nvPr/>
        </p:nvGrpSpPr>
        <p:grpSpPr>
          <a:xfrm>
            <a:off x="5231722" y="4581481"/>
            <a:ext cx="2258930" cy="1697597"/>
            <a:chOff x="5328029" y="4574338"/>
            <a:chExt cx="1958195" cy="1471592"/>
          </a:xfrm>
        </p:grpSpPr>
        <p:sp>
          <p:nvSpPr>
            <p:cNvPr id="104" name="Freeform: Shape 175"/>
            <p:cNvSpPr/>
            <p:nvPr/>
          </p:nvSpPr>
          <p:spPr>
            <a:xfrm>
              <a:off x="5763867" y="4823689"/>
              <a:ext cx="376550" cy="570653"/>
            </a:xfrm>
            <a:custGeom>
              <a:avLst/>
              <a:gdLst>
                <a:gd name="connsiteX0" fmla="*/ 732044 w 732602"/>
                <a:gd name="connsiteY0" fmla="*/ 364363 h 1110244"/>
                <a:gd name="connsiteX1" fmla="*/ 725377 w 732602"/>
                <a:gd name="connsiteY1" fmla="*/ 53848 h 1110244"/>
                <a:gd name="connsiteX2" fmla="*/ 664416 w 732602"/>
                <a:gd name="connsiteY2" fmla="*/ 7176 h 1110244"/>
                <a:gd name="connsiteX3" fmla="*/ 81486 w 732602"/>
                <a:gd name="connsiteY3" fmla="*/ 220536 h 1110244"/>
                <a:gd name="connsiteX4" fmla="*/ 8144 w 732602"/>
                <a:gd name="connsiteY4" fmla="*/ 278638 h 1110244"/>
                <a:gd name="connsiteX5" fmla="*/ 78629 w 732602"/>
                <a:gd name="connsiteY5" fmla="*/ 410083 h 1110244"/>
                <a:gd name="connsiteX6" fmla="*/ 80534 w 732602"/>
                <a:gd name="connsiteY6" fmla="*/ 944436 h 1110244"/>
                <a:gd name="connsiteX7" fmla="*/ 86249 w 732602"/>
                <a:gd name="connsiteY7" fmla="*/ 1015873 h 1110244"/>
                <a:gd name="connsiteX8" fmla="*/ 182452 w 732602"/>
                <a:gd name="connsiteY8" fmla="*/ 1098741 h 1110244"/>
                <a:gd name="connsiteX9" fmla="*/ 322469 w 732602"/>
                <a:gd name="connsiteY9" fmla="*/ 1094931 h 1110244"/>
                <a:gd name="connsiteX10" fmla="*/ 321516 w 732602"/>
                <a:gd name="connsiteY10" fmla="*/ 1092073 h 1110244"/>
                <a:gd name="connsiteX11" fmla="*/ 323421 w 732602"/>
                <a:gd name="connsiteY11" fmla="*/ 1092073 h 1110244"/>
                <a:gd name="connsiteX12" fmla="*/ 459629 w 732602"/>
                <a:gd name="connsiteY12" fmla="*/ 926338 h 1110244"/>
                <a:gd name="connsiteX13" fmla="*/ 456771 w 732602"/>
                <a:gd name="connsiteY13" fmla="*/ 775843 h 1110244"/>
                <a:gd name="connsiteX14" fmla="*/ 511064 w 732602"/>
                <a:gd name="connsiteY14" fmla="*/ 709168 h 1110244"/>
                <a:gd name="connsiteX15" fmla="*/ 709184 w 732602"/>
                <a:gd name="connsiteY15" fmla="*/ 546291 h 1110244"/>
                <a:gd name="connsiteX16" fmla="*/ 732044 w 732602"/>
                <a:gd name="connsiteY16" fmla="*/ 364363 h 111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2602" h="1110244">
                  <a:moveTo>
                    <a:pt x="732044" y="364363"/>
                  </a:moveTo>
                  <a:cubicBezTo>
                    <a:pt x="718709" y="351981"/>
                    <a:pt x="725377" y="143383"/>
                    <a:pt x="725377" y="53848"/>
                  </a:cubicBezTo>
                  <a:cubicBezTo>
                    <a:pt x="725377" y="-6159"/>
                    <a:pt x="724424" y="-6159"/>
                    <a:pt x="664416" y="7176"/>
                  </a:cubicBezTo>
                  <a:cubicBezTo>
                    <a:pt x="573929" y="26226"/>
                    <a:pt x="117681" y="219583"/>
                    <a:pt x="81486" y="220536"/>
                  </a:cubicBezTo>
                  <a:cubicBezTo>
                    <a:pt x="42434" y="221488"/>
                    <a:pt x="18621" y="241491"/>
                    <a:pt x="8144" y="278638"/>
                  </a:cubicBezTo>
                  <a:cubicBezTo>
                    <a:pt x="-12811" y="350076"/>
                    <a:pt x="5286" y="387223"/>
                    <a:pt x="78629" y="410083"/>
                  </a:cubicBezTo>
                  <a:cubicBezTo>
                    <a:pt x="81486" y="588201"/>
                    <a:pt x="78629" y="767271"/>
                    <a:pt x="80534" y="944436"/>
                  </a:cubicBezTo>
                  <a:cubicBezTo>
                    <a:pt x="80534" y="961581"/>
                    <a:pt x="74819" y="999681"/>
                    <a:pt x="86249" y="1015873"/>
                  </a:cubicBezTo>
                  <a:cubicBezTo>
                    <a:pt x="103394" y="1061593"/>
                    <a:pt x="138636" y="1080643"/>
                    <a:pt x="182452" y="1098741"/>
                  </a:cubicBezTo>
                  <a:cubicBezTo>
                    <a:pt x="228171" y="1116838"/>
                    <a:pt x="274844" y="1112076"/>
                    <a:pt x="322469" y="1094931"/>
                  </a:cubicBezTo>
                  <a:cubicBezTo>
                    <a:pt x="322469" y="1094931"/>
                    <a:pt x="322469" y="1093978"/>
                    <a:pt x="321516" y="1092073"/>
                  </a:cubicBezTo>
                  <a:cubicBezTo>
                    <a:pt x="322469" y="1092073"/>
                    <a:pt x="322469" y="1092073"/>
                    <a:pt x="323421" y="1092073"/>
                  </a:cubicBezTo>
                  <a:cubicBezTo>
                    <a:pt x="412004" y="1069213"/>
                    <a:pt x="452009" y="1020636"/>
                    <a:pt x="459629" y="926338"/>
                  </a:cubicBezTo>
                  <a:cubicBezTo>
                    <a:pt x="458677" y="875856"/>
                    <a:pt x="462486" y="825373"/>
                    <a:pt x="456771" y="775843"/>
                  </a:cubicBezTo>
                  <a:cubicBezTo>
                    <a:pt x="452009" y="731076"/>
                    <a:pt x="472011" y="716788"/>
                    <a:pt x="511064" y="709168"/>
                  </a:cubicBezTo>
                  <a:cubicBezTo>
                    <a:pt x="605361" y="691071"/>
                    <a:pt x="672989" y="634873"/>
                    <a:pt x="709184" y="546291"/>
                  </a:cubicBezTo>
                  <a:cubicBezTo>
                    <a:pt x="732044" y="489141"/>
                    <a:pt x="733949" y="426276"/>
                    <a:pt x="732044" y="364363"/>
                  </a:cubicBezTo>
                  <a:close/>
                </a:path>
              </a:pathLst>
            </a:custGeom>
            <a:solidFill>
              <a:srgbClr val="F9D6BA"/>
            </a:solidFill>
            <a:ln w="44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자유형: 도형 129"/>
            <p:cNvSpPr/>
            <p:nvPr/>
          </p:nvSpPr>
          <p:spPr>
            <a:xfrm>
              <a:off x="5328029" y="5298839"/>
              <a:ext cx="1027605" cy="733873"/>
            </a:xfrm>
            <a:custGeom>
              <a:avLst/>
              <a:gdLst>
                <a:gd name="connsiteX0" fmla="*/ 284829 w 1027605"/>
                <a:gd name="connsiteY0" fmla="*/ 356411 h 733873"/>
                <a:gd name="connsiteX1" fmla="*/ 202580 w 1027605"/>
                <a:gd name="connsiteY1" fmla="*/ 570355 h 733873"/>
                <a:gd name="connsiteX2" fmla="*/ 216288 w 1027605"/>
                <a:gd name="connsiteY2" fmla="*/ 591896 h 733873"/>
                <a:gd name="connsiteX3" fmla="*/ 288745 w 1027605"/>
                <a:gd name="connsiteY3" fmla="*/ 599730 h 733873"/>
                <a:gd name="connsiteX4" fmla="*/ 312734 w 1027605"/>
                <a:gd name="connsiteY4" fmla="*/ 575740 h 733873"/>
                <a:gd name="connsiteX5" fmla="*/ 284829 w 1027605"/>
                <a:gd name="connsiteY5" fmla="*/ 356411 h 733873"/>
                <a:gd name="connsiteX6" fmla="*/ 449815 w 1027605"/>
                <a:gd name="connsiteY6" fmla="*/ 0 h 733873"/>
                <a:gd name="connsiteX7" fmla="*/ 477231 w 1027605"/>
                <a:gd name="connsiteY7" fmla="*/ 37208 h 733873"/>
                <a:gd name="connsiteX8" fmla="*/ 599136 w 1027605"/>
                <a:gd name="connsiteY8" fmla="*/ 87145 h 733873"/>
                <a:gd name="connsiteX9" fmla="*/ 665228 w 1027605"/>
                <a:gd name="connsiteY9" fmla="*/ 33291 h 733873"/>
                <a:gd name="connsiteX10" fmla="*/ 672572 w 1027605"/>
                <a:gd name="connsiteY10" fmla="*/ 1469 h 733873"/>
                <a:gd name="connsiteX11" fmla="*/ 757758 w 1027605"/>
                <a:gd name="connsiteY11" fmla="*/ 2448 h 733873"/>
                <a:gd name="connsiteX12" fmla="*/ 942328 w 1027605"/>
                <a:gd name="connsiteY12" fmla="*/ 106238 h 733873"/>
                <a:gd name="connsiteX13" fmla="*/ 1027514 w 1027605"/>
                <a:gd name="connsiteY13" fmla="*/ 218351 h 733873"/>
                <a:gd name="connsiteX14" fmla="*/ 977578 w 1027605"/>
                <a:gd name="connsiteY14" fmla="*/ 462159 h 733873"/>
                <a:gd name="connsiteX15" fmla="*/ 886027 w 1027605"/>
                <a:gd name="connsiteY15" fmla="*/ 347108 h 733873"/>
                <a:gd name="connsiteX16" fmla="*/ 845637 w 1027605"/>
                <a:gd name="connsiteY16" fmla="*/ 638039 h 733873"/>
                <a:gd name="connsiteX17" fmla="*/ 840936 w 1027605"/>
                <a:gd name="connsiteY17" fmla="*/ 733873 h 733873"/>
                <a:gd name="connsiteX18" fmla="*/ 50122 w 1027605"/>
                <a:gd name="connsiteY18" fmla="*/ 733873 h 733873"/>
                <a:gd name="connsiteX19" fmla="*/ 25537 w 1027605"/>
                <a:gd name="connsiteY19" fmla="*/ 716799 h 733873"/>
                <a:gd name="connsiteX20" fmla="*/ 875 w 1027605"/>
                <a:gd name="connsiteY20" fmla="*/ 652603 h 733873"/>
                <a:gd name="connsiteX21" fmla="*/ 53259 w 1027605"/>
                <a:gd name="connsiteY21" fmla="*/ 415160 h 733873"/>
                <a:gd name="connsiteX22" fmla="*/ 135508 w 1027605"/>
                <a:gd name="connsiteY22" fmla="*/ 185549 h 733873"/>
                <a:gd name="connsiteX23" fmla="*/ 248600 w 1027605"/>
                <a:gd name="connsiteY23" fmla="*/ 27906 h 733873"/>
                <a:gd name="connsiteX24" fmla="*/ 449815 w 1027605"/>
                <a:gd name="connsiteY24" fmla="*/ 0 h 73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7605" h="733873">
                  <a:moveTo>
                    <a:pt x="284829" y="356411"/>
                  </a:moveTo>
                  <a:cubicBezTo>
                    <a:pt x="276995" y="374035"/>
                    <a:pt x="221673" y="523845"/>
                    <a:pt x="202580" y="570355"/>
                  </a:cubicBezTo>
                  <a:cubicBezTo>
                    <a:pt x="196215" y="586511"/>
                    <a:pt x="200132" y="589448"/>
                    <a:pt x="216288" y="591896"/>
                  </a:cubicBezTo>
                  <a:cubicBezTo>
                    <a:pt x="246642" y="595813"/>
                    <a:pt x="265246" y="601198"/>
                    <a:pt x="288745" y="599730"/>
                  </a:cubicBezTo>
                  <a:cubicBezTo>
                    <a:pt x="311266" y="598261"/>
                    <a:pt x="316161" y="598261"/>
                    <a:pt x="312734" y="575740"/>
                  </a:cubicBezTo>
                  <a:cubicBezTo>
                    <a:pt x="304901" y="515523"/>
                    <a:pt x="287766" y="372567"/>
                    <a:pt x="284829" y="356411"/>
                  </a:cubicBezTo>
                  <a:close/>
                  <a:moveTo>
                    <a:pt x="449815" y="0"/>
                  </a:moveTo>
                  <a:cubicBezTo>
                    <a:pt x="456180" y="3917"/>
                    <a:pt x="460096" y="8323"/>
                    <a:pt x="477231" y="37208"/>
                  </a:cubicBezTo>
                  <a:cubicBezTo>
                    <a:pt x="504158" y="88614"/>
                    <a:pt x="557032" y="94978"/>
                    <a:pt x="599136" y="87145"/>
                  </a:cubicBezTo>
                  <a:cubicBezTo>
                    <a:pt x="630958" y="78332"/>
                    <a:pt x="656416" y="66093"/>
                    <a:pt x="665228" y="33291"/>
                  </a:cubicBezTo>
                  <a:cubicBezTo>
                    <a:pt x="667186" y="26437"/>
                    <a:pt x="671103" y="12729"/>
                    <a:pt x="672572" y="1469"/>
                  </a:cubicBezTo>
                  <a:cubicBezTo>
                    <a:pt x="700967" y="1959"/>
                    <a:pt x="729363" y="979"/>
                    <a:pt x="757758" y="2448"/>
                  </a:cubicBezTo>
                  <a:cubicBezTo>
                    <a:pt x="835111" y="7344"/>
                    <a:pt x="894839" y="46999"/>
                    <a:pt x="942328" y="106238"/>
                  </a:cubicBezTo>
                  <a:cubicBezTo>
                    <a:pt x="971702" y="142956"/>
                    <a:pt x="999118" y="181143"/>
                    <a:pt x="1027514" y="218351"/>
                  </a:cubicBezTo>
                  <a:cubicBezTo>
                    <a:pt x="1029472" y="227163"/>
                    <a:pt x="999608" y="413201"/>
                    <a:pt x="977578" y="462159"/>
                  </a:cubicBezTo>
                  <a:cubicBezTo>
                    <a:pt x="947713" y="424462"/>
                    <a:pt x="917849" y="387743"/>
                    <a:pt x="886027" y="347108"/>
                  </a:cubicBezTo>
                  <a:cubicBezTo>
                    <a:pt x="866933" y="450654"/>
                    <a:pt x="853225" y="545876"/>
                    <a:pt x="845637" y="638039"/>
                  </a:cubicBezTo>
                  <a:lnTo>
                    <a:pt x="840936" y="733873"/>
                  </a:lnTo>
                  <a:lnTo>
                    <a:pt x="50122" y="733873"/>
                  </a:lnTo>
                  <a:lnTo>
                    <a:pt x="25537" y="716799"/>
                  </a:lnTo>
                  <a:cubicBezTo>
                    <a:pt x="13237" y="702540"/>
                    <a:pt x="7974" y="682223"/>
                    <a:pt x="875" y="652603"/>
                  </a:cubicBezTo>
                  <a:cubicBezTo>
                    <a:pt x="-6959" y="606094"/>
                    <a:pt x="40041" y="449430"/>
                    <a:pt x="53259" y="415160"/>
                  </a:cubicBezTo>
                  <a:cubicBezTo>
                    <a:pt x="82634" y="339276"/>
                    <a:pt x="113967" y="263881"/>
                    <a:pt x="135508" y="185549"/>
                  </a:cubicBezTo>
                  <a:cubicBezTo>
                    <a:pt x="154112" y="117498"/>
                    <a:pt x="184955" y="65114"/>
                    <a:pt x="248600" y="27906"/>
                  </a:cubicBezTo>
                  <a:cubicBezTo>
                    <a:pt x="278464" y="10771"/>
                    <a:pt x="428274" y="1469"/>
                    <a:pt x="449815" y="0"/>
                  </a:cubicBezTo>
                  <a:close/>
                </a:path>
              </a:pathLst>
            </a:custGeom>
            <a:solidFill>
              <a:srgbClr val="305EB4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7" name="Freeform: Shape 178"/>
            <p:cNvSpPr/>
            <p:nvPr/>
          </p:nvSpPr>
          <p:spPr>
            <a:xfrm>
              <a:off x="5960338" y="5374723"/>
              <a:ext cx="1325886" cy="671207"/>
            </a:xfrm>
            <a:custGeom>
              <a:avLst/>
              <a:gdLst>
                <a:gd name="connsiteX0" fmla="*/ 2506255 w 2579597"/>
                <a:gd name="connsiteY0" fmla="*/ 0 h 1305877"/>
                <a:gd name="connsiteX1" fmla="*/ 885100 w 2579597"/>
                <a:gd name="connsiteY1" fmla="*/ 0 h 1305877"/>
                <a:gd name="connsiteX2" fmla="*/ 811758 w 2579597"/>
                <a:gd name="connsiteY2" fmla="*/ 73342 h 1305877"/>
                <a:gd name="connsiteX3" fmla="*/ 580300 w 2579597"/>
                <a:gd name="connsiteY3" fmla="*/ 1156335 h 1305877"/>
                <a:gd name="connsiteX4" fmla="*/ 548868 w 2579597"/>
                <a:gd name="connsiteY4" fmla="*/ 1156335 h 1305877"/>
                <a:gd name="connsiteX5" fmla="*/ 351700 w 2579597"/>
                <a:gd name="connsiteY5" fmla="*/ 1156335 h 1305877"/>
                <a:gd name="connsiteX6" fmla="*/ 230733 w 2579597"/>
                <a:gd name="connsiteY6" fmla="*/ 1162050 h 1305877"/>
                <a:gd name="connsiteX7" fmla="*/ 24993 w 2579597"/>
                <a:gd name="connsiteY7" fmla="*/ 1250632 h 1305877"/>
                <a:gd name="connsiteX8" fmla="*/ 1180 w 2579597"/>
                <a:gd name="connsiteY8" fmla="*/ 1289685 h 1305877"/>
                <a:gd name="connsiteX9" fmla="*/ 30708 w 2579597"/>
                <a:gd name="connsiteY9" fmla="*/ 1304925 h 1305877"/>
                <a:gd name="connsiteX10" fmla="*/ 628878 w 2579597"/>
                <a:gd name="connsiteY10" fmla="*/ 1304925 h 1305877"/>
                <a:gd name="connsiteX11" fmla="*/ 638403 w 2579597"/>
                <a:gd name="connsiteY11" fmla="*/ 1305878 h 1305877"/>
                <a:gd name="connsiteX12" fmla="*/ 2277655 w 2579597"/>
                <a:gd name="connsiteY12" fmla="*/ 1305878 h 1305877"/>
                <a:gd name="connsiteX13" fmla="*/ 2350998 w 2579597"/>
                <a:gd name="connsiteY13" fmla="*/ 1232535 h 1305877"/>
                <a:gd name="connsiteX14" fmla="*/ 2579598 w 2579597"/>
                <a:gd name="connsiteY14" fmla="*/ 74295 h 1305877"/>
                <a:gd name="connsiteX15" fmla="*/ 2506255 w 2579597"/>
                <a:gd name="connsiteY15" fmla="*/ 0 h 1305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79597" h="1305877">
                  <a:moveTo>
                    <a:pt x="2506255" y="0"/>
                  </a:moveTo>
                  <a:lnTo>
                    <a:pt x="885100" y="0"/>
                  </a:lnTo>
                  <a:cubicBezTo>
                    <a:pt x="845095" y="0"/>
                    <a:pt x="811758" y="32385"/>
                    <a:pt x="811758" y="73342"/>
                  </a:cubicBezTo>
                  <a:lnTo>
                    <a:pt x="580300" y="1156335"/>
                  </a:lnTo>
                  <a:cubicBezTo>
                    <a:pt x="563155" y="1156335"/>
                    <a:pt x="550773" y="1156335"/>
                    <a:pt x="548868" y="1156335"/>
                  </a:cubicBezTo>
                  <a:cubicBezTo>
                    <a:pt x="500290" y="1155382"/>
                    <a:pt x="421233" y="1155382"/>
                    <a:pt x="351700" y="1156335"/>
                  </a:cubicBezTo>
                  <a:cubicBezTo>
                    <a:pt x="311695" y="1166813"/>
                    <a:pt x="270738" y="1164907"/>
                    <a:pt x="230733" y="1162050"/>
                  </a:cubicBezTo>
                  <a:cubicBezTo>
                    <a:pt x="145008" y="1155382"/>
                    <a:pt x="85000" y="1193482"/>
                    <a:pt x="24993" y="1250632"/>
                  </a:cubicBezTo>
                  <a:cubicBezTo>
                    <a:pt x="11658" y="1263968"/>
                    <a:pt x="-4535" y="1271588"/>
                    <a:pt x="1180" y="1289685"/>
                  </a:cubicBezTo>
                  <a:cubicBezTo>
                    <a:pt x="4990" y="1302068"/>
                    <a:pt x="13563" y="1304925"/>
                    <a:pt x="30708" y="1304925"/>
                  </a:cubicBezTo>
                  <a:cubicBezTo>
                    <a:pt x="212635" y="1305878"/>
                    <a:pt x="448855" y="1305878"/>
                    <a:pt x="628878" y="1304925"/>
                  </a:cubicBezTo>
                  <a:cubicBezTo>
                    <a:pt x="631735" y="1304925"/>
                    <a:pt x="635545" y="1305878"/>
                    <a:pt x="638403" y="1305878"/>
                  </a:cubicBezTo>
                  <a:lnTo>
                    <a:pt x="2277655" y="1305878"/>
                  </a:lnTo>
                  <a:cubicBezTo>
                    <a:pt x="2317660" y="1305878"/>
                    <a:pt x="2350998" y="1273493"/>
                    <a:pt x="2350998" y="1232535"/>
                  </a:cubicBezTo>
                  <a:lnTo>
                    <a:pt x="2579598" y="74295"/>
                  </a:lnTo>
                  <a:cubicBezTo>
                    <a:pt x="2578646" y="32385"/>
                    <a:pt x="2546260" y="0"/>
                    <a:pt x="2506255" y="0"/>
                  </a:cubicBezTo>
                  <a:close/>
                </a:path>
              </a:pathLst>
            </a:custGeom>
            <a:solidFill>
              <a:srgbClr val="4745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87"/>
            <p:cNvSpPr/>
            <p:nvPr/>
          </p:nvSpPr>
          <p:spPr>
            <a:xfrm>
              <a:off x="5823374" y="5911014"/>
              <a:ext cx="324098" cy="131564"/>
            </a:xfrm>
            <a:custGeom>
              <a:avLst/>
              <a:gdLst>
                <a:gd name="connsiteX0" fmla="*/ 0 w 630554"/>
                <a:gd name="connsiteY0" fmla="*/ 254866 h 255965"/>
                <a:gd name="connsiteX1" fmla="*/ 952 w 630554"/>
                <a:gd name="connsiteY1" fmla="*/ 195811 h 255965"/>
                <a:gd name="connsiteX2" fmla="*/ 180022 w 630554"/>
                <a:gd name="connsiteY2" fmla="*/ 9121 h 255965"/>
                <a:gd name="connsiteX3" fmla="*/ 455295 w 630554"/>
                <a:gd name="connsiteY3" fmla="*/ 22456 h 255965"/>
                <a:gd name="connsiteX4" fmla="*/ 568642 w 630554"/>
                <a:gd name="connsiteY4" fmla="*/ 46269 h 255965"/>
                <a:gd name="connsiteX5" fmla="*/ 630555 w 630554"/>
                <a:gd name="connsiteY5" fmla="*/ 115801 h 255965"/>
                <a:gd name="connsiteX6" fmla="*/ 593407 w 630554"/>
                <a:gd name="connsiteY6" fmla="*/ 135803 h 255965"/>
                <a:gd name="connsiteX7" fmla="*/ 461010 w 630554"/>
                <a:gd name="connsiteY7" fmla="*/ 135803 h 255965"/>
                <a:gd name="connsiteX8" fmla="*/ 331470 w 630554"/>
                <a:gd name="connsiteY8" fmla="*/ 189144 h 255965"/>
                <a:gd name="connsiteX9" fmla="*/ 294322 w 630554"/>
                <a:gd name="connsiteY9" fmla="*/ 254866 h 255965"/>
                <a:gd name="connsiteX10" fmla="*/ 0 w 630554"/>
                <a:gd name="connsiteY10" fmla="*/ 254866 h 25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30554" h="255965">
                  <a:moveTo>
                    <a:pt x="0" y="254866"/>
                  </a:moveTo>
                  <a:cubicBezTo>
                    <a:pt x="0" y="252009"/>
                    <a:pt x="952" y="198669"/>
                    <a:pt x="952" y="195811"/>
                  </a:cubicBezTo>
                  <a:cubicBezTo>
                    <a:pt x="26670" y="40553"/>
                    <a:pt x="27622" y="43411"/>
                    <a:pt x="180022" y="9121"/>
                  </a:cubicBezTo>
                  <a:cubicBezTo>
                    <a:pt x="273367" y="-12786"/>
                    <a:pt x="363855" y="10074"/>
                    <a:pt x="455295" y="22456"/>
                  </a:cubicBezTo>
                  <a:cubicBezTo>
                    <a:pt x="493395" y="27219"/>
                    <a:pt x="532447" y="31028"/>
                    <a:pt x="568642" y="46269"/>
                  </a:cubicBezTo>
                  <a:cubicBezTo>
                    <a:pt x="601027" y="59603"/>
                    <a:pt x="623888" y="80559"/>
                    <a:pt x="630555" y="115801"/>
                  </a:cubicBezTo>
                  <a:cubicBezTo>
                    <a:pt x="627697" y="140566"/>
                    <a:pt x="608647" y="135803"/>
                    <a:pt x="593407" y="135803"/>
                  </a:cubicBezTo>
                  <a:cubicBezTo>
                    <a:pt x="549592" y="136756"/>
                    <a:pt x="505777" y="139614"/>
                    <a:pt x="461010" y="135803"/>
                  </a:cubicBezTo>
                  <a:cubicBezTo>
                    <a:pt x="406717" y="131041"/>
                    <a:pt x="366713" y="151044"/>
                    <a:pt x="331470" y="189144"/>
                  </a:cubicBezTo>
                  <a:cubicBezTo>
                    <a:pt x="324802" y="196764"/>
                    <a:pt x="302895" y="222481"/>
                    <a:pt x="294322" y="254866"/>
                  </a:cubicBezTo>
                  <a:cubicBezTo>
                    <a:pt x="207645" y="256771"/>
                    <a:pt x="48577" y="255819"/>
                    <a:pt x="0" y="254866"/>
                  </a:cubicBezTo>
                  <a:close/>
                </a:path>
              </a:pathLst>
            </a:custGeom>
            <a:solidFill>
              <a:srgbClr val="F9D6BA"/>
            </a:solidFill>
            <a:ln w="44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88"/>
            <p:cNvSpPr/>
            <p:nvPr/>
          </p:nvSpPr>
          <p:spPr>
            <a:xfrm>
              <a:off x="6722698" y="5661115"/>
              <a:ext cx="102841" cy="122402"/>
            </a:xfrm>
            <a:custGeom>
              <a:avLst/>
              <a:gdLst>
                <a:gd name="connsiteX0" fmla="*/ 200073 w 200085"/>
                <a:gd name="connsiteY0" fmla="*/ 99076 h 238141"/>
                <a:gd name="connsiteX1" fmla="*/ 85773 w 200085"/>
                <a:gd name="connsiteY1" fmla="*/ 238141 h 238141"/>
                <a:gd name="connsiteX2" fmla="*/ 48 w 200085"/>
                <a:gd name="connsiteY2" fmla="*/ 140986 h 238141"/>
                <a:gd name="connsiteX3" fmla="*/ 112443 w 200085"/>
                <a:gd name="connsiteY3" fmla="*/ 16 h 238141"/>
                <a:gd name="connsiteX4" fmla="*/ 200073 w 200085"/>
                <a:gd name="connsiteY4" fmla="*/ 99076 h 238141"/>
                <a:gd name="connsiteX5" fmla="*/ 200073 w 200085"/>
                <a:gd name="connsiteY5" fmla="*/ 99076 h 238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0085" h="238141">
                  <a:moveTo>
                    <a:pt x="200073" y="99076"/>
                  </a:moveTo>
                  <a:cubicBezTo>
                    <a:pt x="201025" y="171466"/>
                    <a:pt x="145781" y="238141"/>
                    <a:pt x="85773" y="238141"/>
                  </a:cubicBezTo>
                  <a:cubicBezTo>
                    <a:pt x="37195" y="238141"/>
                    <a:pt x="2906" y="198136"/>
                    <a:pt x="48" y="140986"/>
                  </a:cubicBezTo>
                  <a:cubicBezTo>
                    <a:pt x="-1857" y="70501"/>
                    <a:pt x="53388" y="969"/>
                    <a:pt x="112443" y="16"/>
                  </a:cubicBezTo>
                  <a:cubicBezTo>
                    <a:pt x="163878" y="-936"/>
                    <a:pt x="200073" y="40021"/>
                    <a:pt x="200073" y="99076"/>
                  </a:cubicBezTo>
                  <a:lnTo>
                    <a:pt x="200073" y="99076"/>
                  </a:lnTo>
                  <a:close/>
                </a:path>
              </a:pathLst>
            </a:custGeom>
            <a:solidFill>
              <a:srgbClr val="E8EC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92"/>
            <p:cNvSpPr/>
            <p:nvPr/>
          </p:nvSpPr>
          <p:spPr>
            <a:xfrm>
              <a:off x="5763377" y="4932146"/>
              <a:ext cx="165255" cy="457790"/>
            </a:xfrm>
            <a:custGeom>
              <a:avLst/>
              <a:gdLst>
                <a:gd name="connsiteX0" fmla="*/ 78629 w 321516"/>
                <a:gd name="connsiteY0" fmla="*/ 190500 h 890661"/>
                <a:gd name="connsiteX1" fmla="*/ 8144 w 321516"/>
                <a:gd name="connsiteY1" fmla="*/ 59055 h 890661"/>
                <a:gd name="connsiteX2" fmla="*/ 81486 w 321516"/>
                <a:gd name="connsiteY2" fmla="*/ 952 h 890661"/>
                <a:gd name="connsiteX3" fmla="*/ 192929 w 321516"/>
                <a:gd name="connsiteY3" fmla="*/ 0 h 890661"/>
                <a:gd name="connsiteX4" fmla="*/ 321517 w 321516"/>
                <a:gd name="connsiteY4" fmla="*/ 875348 h 890661"/>
                <a:gd name="connsiteX5" fmla="*/ 181499 w 321516"/>
                <a:gd name="connsiteY5" fmla="*/ 879157 h 890661"/>
                <a:gd name="connsiteX6" fmla="*/ 85296 w 321516"/>
                <a:gd name="connsiteY6" fmla="*/ 796290 h 890661"/>
                <a:gd name="connsiteX7" fmla="*/ 79581 w 321516"/>
                <a:gd name="connsiteY7" fmla="*/ 724853 h 890661"/>
                <a:gd name="connsiteX8" fmla="*/ 78629 w 321516"/>
                <a:gd name="connsiteY8" fmla="*/ 190500 h 890661"/>
                <a:gd name="connsiteX9" fmla="*/ 78629 w 321516"/>
                <a:gd name="connsiteY9" fmla="*/ 190500 h 890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1516" h="890661">
                  <a:moveTo>
                    <a:pt x="78629" y="190500"/>
                  </a:moveTo>
                  <a:cubicBezTo>
                    <a:pt x="5286" y="167640"/>
                    <a:pt x="-12811" y="130493"/>
                    <a:pt x="8144" y="59055"/>
                  </a:cubicBezTo>
                  <a:cubicBezTo>
                    <a:pt x="19574" y="20955"/>
                    <a:pt x="43386" y="1905"/>
                    <a:pt x="81486" y="952"/>
                  </a:cubicBezTo>
                  <a:cubicBezTo>
                    <a:pt x="118634" y="0"/>
                    <a:pt x="155781" y="0"/>
                    <a:pt x="192929" y="0"/>
                  </a:cubicBezTo>
                  <a:cubicBezTo>
                    <a:pt x="239602" y="23813"/>
                    <a:pt x="314849" y="872490"/>
                    <a:pt x="321517" y="875348"/>
                  </a:cubicBezTo>
                  <a:cubicBezTo>
                    <a:pt x="273892" y="892493"/>
                    <a:pt x="227219" y="897255"/>
                    <a:pt x="181499" y="879157"/>
                  </a:cubicBezTo>
                  <a:cubicBezTo>
                    <a:pt x="137684" y="862013"/>
                    <a:pt x="102442" y="842010"/>
                    <a:pt x="85296" y="796290"/>
                  </a:cubicBezTo>
                  <a:cubicBezTo>
                    <a:pt x="73867" y="780098"/>
                    <a:pt x="79581" y="741998"/>
                    <a:pt x="79581" y="724853"/>
                  </a:cubicBezTo>
                  <a:cubicBezTo>
                    <a:pt x="78629" y="546735"/>
                    <a:pt x="82439" y="368618"/>
                    <a:pt x="78629" y="190500"/>
                  </a:cubicBezTo>
                  <a:lnTo>
                    <a:pt x="78629" y="190500"/>
                  </a:lnTo>
                  <a:close/>
                </a:path>
              </a:pathLst>
            </a:custGeom>
            <a:solidFill>
              <a:srgbClr val="E2C2A7"/>
            </a:solidFill>
            <a:ln w="44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98"/>
            <p:cNvSpPr/>
            <p:nvPr/>
          </p:nvSpPr>
          <p:spPr>
            <a:xfrm>
              <a:off x="5637510" y="4574338"/>
              <a:ext cx="556873" cy="910932"/>
            </a:xfrm>
            <a:custGeom>
              <a:avLst/>
              <a:gdLst>
                <a:gd name="connsiteX0" fmla="*/ 1056935 w 1083432"/>
                <a:gd name="connsiteY0" fmla="*/ 321808 h 1772278"/>
                <a:gd name="connsiteX1" fmla="*/ 881674 w 1083432"/>
                <a:gd name="connsiteY1" fmla="*/ 81778 h 1772278"/>
                <a:gd name="connsiteX2" fmla="*/ 38712 w 1083432"/>
                <a:gd name="connsiteY2" fmla="*/ 364670 h 1772278"/>
                <a:gd name="connsiteX3" fmla="*/ 11089 w 1083432"/>
                <a:gd name="connsiteY3" fmla="*/ 463730 h 1772278"/>
                <a:gd name="connsiteX4" fmla="*/ 11089 w 1083432"/>
                <a:gd name="connsiteY4" fmla="*/ 463730 h 1772278"/>
                <a:gd name="connsiteX5" fmla="*/ 6327 w 1083432"/>
                <a:gd name="connsiteY5" fmla="*/ 537073 h 1772278"/>
                <a:gd name="connsiteX6" fmla="*/ 5374 w 1083432"/>
                <a:gd name="connsiteY6" fmla="*/ 1377178 h 1772278"/>
                <a:gd name="connsiteX7" fmla="*/ 4422 w 1083432"/>
                <a:gd name="connsiteY7" fmla="*/ 1521958 h 1772278"/>
                <a:gd name="connsiteX8" fmla="*/ 267312 w 1083432"/>
                <a:gd name="connsiteY8" fmla="*/ 1766750 h 1772278"/>
                <a:gd name="connsiteX9" fmla="*/ 331129 w 1083432"/>
                <a:gd name="connsiteY9" fmla="*/ 1717220 h 1772278"/>
                <a:gd name="connsiteX10" fmla="*/ 334939 w 1083432"/>
                <a:gd name="connsiteY10" fmla="*/ 905690 h 1772278"/>
                <a:gd name="connsiteX11" fmla="*/ 313032 w 1083432"/>
                <a:gd name="connsiteY11" fmla="*/ 879973 h 1772278"/>
                <a:gd name="connsiteX12" fmla="*/ 272074 w 1083432"/>
                <a:gd name="connsiteY12" fmla="*/ 779008 h 1772278"/>
                <a:gd name="connsiteX13" fmla="*/ 363514 w 1083432"/>
                <a:gd name="connsiteY13" fmla="*/ 724715 h 1772278"/>
                <a:gd name="connsiteX14" fmla="*/ 425427 w 1083432"/>
                <a:gd name="connsiteY14" fmla="*/ 720905 h 1772278"/>
                <a:gd name="connsiteX15" fmla="*/ 674982 w 1083432"/>
                <a:gd name="connsiteY15" fmla="*/ 627560 h 1772278"/>
                <a:gd name="connsiteX16" fmla="*/ 892152 w 1083432"/>
                <a:gd name="connsiteY16" fmla="*/ 520880 h 1772278"/>
                <a:gd name="connsiteX17" fmla="*/ 952160 w 1083432"/>
                <a:gd name="connsiteY17" fmla="*/ 566600 h 1772278"/>
                <a:gd name="connsiteX18" fmla="*/ 974067 w 1083432"/>
                <a:gd name="connsiteY18" fmla="*/ 793295 h 1772278"/>
                <a:gd name="connsiteX19" fmla="*/ 979782 w 1083432"/>
                <a:gd name="connsiteY19" fmla="*/ 854255 h 1772278"/>
                <a:gd name="connsiteX20" fmla="*/ 1048362 w 1083432"/>
                <a:gd name="connsiteY20" fmla="*/ 737098 h 1772278"/>
                <a:gd name="connsiteX21" fmla="*/ 1056935 w 1083432"/>
                <a:gd name="connsiteY21" fmla="*/ 321808 h 1772278"/>
                <a:gd name="connsiteX22" fmla="*/ 1056935 w 1083432"/>
                <a:gd name="connsiteY22" fmla="*/ 321808 h 177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83432" h="1772278">
                  <a:moveTo>
                    <a:pt x="1056935" y="321808"/>
                  </a:moveTo>
                  <a:cubicBezTo>
                    <a:pt x="1030264" y="220843"/>
                    <a:pt x="970257" y="139880"/>
                    <a:pt x="881674" y="81778"/>
                  </a:cubicBezTo>
                  <a:cubicBezTo>
                    <a:pt x="601639" y="-103007"/>
                    <a:pt x="174919" y="39868"/>
                    <a:pt x="38712" y="364670"/>
                  </a:cubicBezTo>
                  <a:cubicBezTo>
                    <a:pt x="27282" y="385625"/>
                    <a:pt x="11089" y="463730"/>
                    <a:pt x="11089" y="463730"/>
                  </a:cubicBezTo>
                  <a:lnTo>
                    <a:pt x="11089" y="463730"/>
                  </a:lnTo>
                  <a:cubicBezTo>
                    <a:pt x="9184" y="488495"/>
                    <a:pt x="6327" y="512308"/>
                    <a:pt x="6327" y="537073"/>
                  </a:cubicBezTo>
                  <a:cubicBezTo>
                    <a:pt x="5374" y="817108"/>
                    <a:pt x="5374" y="1097143"/>
                    <a:pt x="5374" y="1377178"/>
                  </a:cubicBezTo>
                  <a:cubicBezTo>
                    <a:pt x="5374" y="1396228"/>
                    <a:pt x="-6056" y="1496240"/>
                    <a:pt x="4422" y="1521958"/>
                  </a:cubicBezTo>
                  <a:cubicBezTo>
                    <a:pt x="55857" y="1641020"/>
                    <a:pt x="143487" y="1725793"/>
                    <a:pt x="267312" y="1766750"/>
                  </a:cubicBezTo>
                  <a:cubicBezTo>
                    <a:pt x="313032" y="1781990"/>
                    <a:pt x="330177" y="1765798"/>
                    <a:pt x="331129" y="1717220"/>
                  </a:cubicBezTo>
                  <a:cubicBezTo>
                    <a:pt x="332082" y="1657213"/>
                    <a:pt x="341607" y="1088570"/>
                    <a:pt x="334939" y="905690"/>
                  </a:cubicBezTo>
                  <a:cubicBezTo>
                    <a:pt x="331129" y="894260"/>
                    <a:pt x="321604" y="887593"/>
                    <a:pt x="313032" y="879973"/>
                  </a:cubicBezTo>
                  <a:cubicBezTo>
                    <a:pt x="265407" y="844730"/>
                    <a:pt x="257787" y="823775"/>
                    <a:pt x="272074" y="779008"/>
                  </a:cubicBezTo>
                  <a:cubicBezTo>
                    <a:pt x="286362" y="732335"/>
                    <a:pt x="321604" y="724715"/>
                    <a:pt x="363514" y="724715"/>
                  </a:cubicBezTo>
                  <a:cubicBezTo>
                    <a:pt x="390185" y="723763"/>
                    <a:pt x="406377" y="728525"/>
                    <a:pt x="425427" y="720905"/>
                  </a:cubicBezTo>
                  <a:cubicBezTo>
                    <a:pt x="463527" y="705665"/>
                    <a:pt x="584494" y="683758"/>
                    <a:pt x="674982" y="627560"/>
                  </a:cubicBezTo>
                  <a:cubicBezTo>
                    <a:pt x="744514" y="584698"/>
                    <a:pt x="812142" y="540883"/>
                    <a:pt x="892152" y="520880"/>
                  </a:cubicBezTo>
                  <a:cubicBezTo>
                    <a:pt x="945492" y="507545"/>
                    <a:pt x="952160" y="512308"/>
                    <a:pt x="952160" y="566600"/>
                  </a:cubicBezTo>
                  <a:cubicBezTo>
                    <a:pt x="953112" y="644705"/>
                    <a:pt x="971210" y="715190"/>
                    <a:pt x="974067" y="793295"/>
                  </a:cubicBezTo>
                  <a:cubicBezTo>
                    <a:pt x="975019" y="813298"/>
                    <a:pt x="978829" y="831395"/>
                    <a:pt x="979782" y="854255"/>
                  </a:cubicBezTo>
                  <a:cubicBezTo>
                    <a:pt x="980735" y="900928"/>
                    <a:pt x="1033122" y="780913"/>
                    <a:pt x="1048362" y="737098"/>
                  </a:cubicBezTo>
                  <a:cubicBezTo>
                    <a:pt x="1094082" y="598985"/>
                    <a:pt x="1093129" y="459920"/>
                    <a:pt x="1056935" y="321808"/>
                  </a:cubicBezTo>
                  <a:lnTo>
                    <a:pt x="1056935" y="321808"/>
                  </a:lnTo>
                  <a:close/>
                </a:path>
              </a:pathLst>
            </a:custGeom>
            <a:solidFill>
              <a:srgbClr val="4149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5" name="Round Same Side Corner Rectangle 11"/>
          <p:cNvSpPr>
            <a:spLocks noChangeAspect="1"/>
          </p:cNvSpPr>
          <p:nvPr/>
        </p:nvSpPr>
        <p:spPr>
          <a:xfrm rot="9900000">
            <a:off x="7645325" y="3772884"/>
            <a:ext cx="434013" cy="368609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36" name="Oval 21"/>
          <p:cNvSpPr>
            <a:spLocks noChangeAspect="1"/>
          </p:cNvSpPr>
          <p:nvPr/>
        </p:nvSpPr>
        <p:spPr>
          <a:xfrm>
            <a:off x="5866546" y="3111454"/>
            <a:ext cx="458907" cy="462739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7" grpId="1"/>
      <p:bldP spid="94" grpId="0"/>
      <p:bldP spid="94" grpId="1"/>
      <p:bldP spid="85" grpId="0"/>
      <p:bldP spid="85" grpId="1"/>
      <p:bldP spid="88" grpId="0"/>
      <p:bldP spid="88" grpId="1"/>
      <p:bldP spid="91" grpId="0"/>
      <p:bldP spid="9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¿</a:t>
            </a:r>
            <a:r>
              <a:rPr lang="en-US" altLang="es-MX" dirty="0">
                <a:sym typeface="+mn-ea"/>
              </a:rPr>
              <a:t>Qu</a:t>
            </a:r>
            <a:r>
              <a:rPr lang="en-US" altLang="en-US" dirty="0">
                <a:sym typeface="+mn-ea"/>
              </a:rPr>
              <a:t>é</a:t>
            </a:r>
            <a:r>
              <a:rPr lang="en-US" altLang="es-MX" dirty="0">
                <a:sym typeface="+mn-ea"/>
              </a:rPr>
              <a:t> es una tabla derivada?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3785201" y="1826614"/>
            <a:ext cx="4609776" cy="4222957"/>
          </a:xfrm>
          <a:custGeom>
            <a:avLst/>
            <a:gdLst/>
            <a:ahLst/>
            <a:cxnLst/>
            <a:rect l="l" t="t" r="r" b="b"/>
            <a:pathLst>
              <a:path w="4744677" h="4346537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" name="TextBox 4"/>
          <p:cNvSpPr txBox="1"/>
          <p:nvPr/>
        </p:nvSpPr>
        <p:spPr>
          <a:xfrm>
            <a:off x="8916670" y="2065020"/>
            <a:ext cx="2531110" cy="116840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es-MX" sz="14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anose="020B0604020202020204" pitchFamily="34" charset="0"/>
              </a:rPr>
              <a:t>Cuando la consulta termina, la tabla derivada desaparece.</a:t>
            </a:r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2485" y="1651000"/>
            <a:ext cx="3121025" cy="15995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r"/>
            <a:r>
              <a:rPr lang="en-US" altLang="es-MX" sz="14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anose="020B0604020202020204" pitchFamily="34" charset="0"/>
              </a:rPr>
              <a:t>Permite usar los resultados intermedios para hacer operaciones adicionales (como filtros, joins, agrupamientos, entre otros.).</a:t>
            </a:r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pPr algn="r"/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pPr algn="r"/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pPr algn="r"/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5955" y="3540125"/>
            <a:ext cx="2611120" cy="95313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r"/>
            <a:r>
              <a:rPr lang="en-US" altLang="es-MX" sz="14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anose="020B0604020202020204" pitchFamily="34" charset="0"/>
              </a:rPr>
              <a:t>Es </a:t>
            </a: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anose="020B0604020202020204" pitchFamily="34" charset="0"/>
              </a:rPr>
              <a:t>ú</a:t>
            </a:r>
            <a:r>
              <a:rPr lang="en-US" altLang="es-MX" sz="14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anose="020B0604020202020204" pitchFamily="34" charset="0"/>
              </a:rPr>
              <a:t>til para dividir consultas complejas en pasos m</a:t>
            </a: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anose="020B0604020202020204" pitchFamily="34" charset="0"/>
              </a:rPr>
              <a:t>á</a:t>
            </a:r>
            <a:r>
              <a:rPr lang="en-US" altLang="es-MX" sz="14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anose="020B0604020202020204" pitchFamily="34" charset="0"/>
              </a:rPr>
              <a:t>s manejables.</a:t>
            </a:r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pPr algn="r"/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19060" y="5300345"/>
            <a:ext cx="3055620" cy="116840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es-MX" sz="14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anose="020B0604020202020204" pitchFamily="34" charset="0"/>
              </a:rPr>
              <a:t>No queda guardada ni ocupan espacio a largo plazo.</a:t>
            </a:r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</p:txBody>
      </p:sp>
      <p:sp>
        <p:nvSpPr>
          <p:cNvPr id="16" name="Arc 140"/>
          <p:cNvSpPr/>
          <p:nvPr/>
        </p:nvSpPr>
        <p:spPr>
          <a:xfrm rot="18000000">
            <a:off x="5544380" y="2963398"/>
            <a:ext cx="1458703" cy="1458703"/>
          </a:xfrm>
          <a:prstGeom prst="arc">
            <a:avLst>
              <a:gd name="adj1" fmla="val 16137445"/>
              <a:gd name="adj2" fmla="val 74939"/>
            </a:avLst>
          </a:prstGeom>
          <a:ln w="12700">
            <a:solidFill>
              <a:schemeClr val="accent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Arc 142"/>
          <p:cNvSpPr/>
          <p:nvPr/>
        </p:nvSpPr>
        <p:spPr>
          <a:xfrm rot="8100000" flipH="1">
            <a:off x="7475633" y="1791482"/>
            <a:ext cx="1272465" cy="1272465"/>
          </a:xfrm>
          <a:prstGeom prst="arc">
            <a:avLst>
              <a:gd name="adj1" fmla="val 16137445"/>
              <a:gd name="adj2" fmla="val 74939"/>
            </a:avLst>
          </a:prstGeom>
          <a:ln w="12700">
            <a:solidFill>
              <a:schemeClr val="accent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8" name="Arc 143"/>
          <p:cNvSpPr/>
          <p:nvPr/>
        </p:nvSpPr>
        <p:spPr>
          <a:xfrm rot="18900000" flipH="1">
            <a:off x="3456838" y="3257066"/>
            <a:ext cx="1272465" cy="1272465"/>
          </a:xfrm>
          <a:prstGeom prst="arc">
            <a:avLst>
              <a:gd name="adj1" fmla="val 16137445"/>
              <a:gd name="adj2" fmla="val 74939"/>
            </a:avLst>
          </a:prstGeom>
          <a:ln w="12700">
            <a:solidFill>
              <a:schemeClr val="accent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3" name="Rounded Rectangle 12"/>
          <p:cNvSpPr>
            <a:spLocks noChangeAspect="1"/>
          </p:cNvSpPr>
          <p:nvPr/>
        </p:nvSpPr>
        <p:spPr>
          <a:xfrm>
            <a:off x="6090089" y="3582726"/>
            <a:ext cx="596412" cy="710732"/>
          </a:xfrm>
          <a:custGeom>
            <a:avLst/>
            <a:gdLst/>
            <a:ahLst/>
            <a:cxnLst/>
            <a:rect l="l" t="t" r="r" b="b"/>
            <a:pathLst>
              <a:path w="3312367" h="3947283">
                <a:moveTo>
                  <a:pt x="2537615" y="3705909"/>
                </a:moveTo>
                <a:cubicBezTo>
                  <a:pt x="2512344" y="3705909"/>
                  <a:pt x="2491857" y="3726396"/>
                  <a:pt x="2491857" y="3751667"/>
                </a:cubicBezTo>
                <a:cubicBezTo>
                  <a:pt x="2491857" y="3776938"/>
                  <a:pt x="2512344" y="3797425"/>
                  <a:pt x="2537615" y="3797425"/>
                </a:cubicBezTo>
                <a:lnTo>
                  <a:pt x="2762175" y="3797425"/>
                </a:lnTo>
                <a:cubicBezTo>
                  <a:pt x="2787446" y="3797425"/>
                  <a:pt x="2807933" y="3776938"/>
                  <a:pt x="2807933" y="3751667"/>
                </a:cubicBezTo>
                <a:cubicBezTo>
                  <a:pt x="2807933" y="3726396"/>
                  <a:pt x="2787446" y="3705909"/>
                  <a:pt x="2762175" y="3705909"/>
                </a:cubicBezTo>
                <a:close/>
                <a:moveTo>
                  <a:pt x="1141114" y="3408594"/>
                </a:moveTo>
                <a:cubicBezTo>
                  <a:pt x="1097903" y="3408594"/>
                  <a:pt x="1062874" y="3443623"/>
                  <a:pt x="1062874" y="3486834"/>
                </a:cubicBezTo>
                <a:cubicBezTo>
                  <a:pt x="1062874" y="3530045"/>
                  <a:pt x="1097903" y="3565073"/>
                  <a:pt x="1141114" y="3565073"/>
                </a:cubicBezTo>
                <a:lnTo>
                  <a:pt x="1525078" y="3565074"/>
                </a:lnTo>
                <a:cubicBezTo>
                  <a:pt x="1568289" y="3565074"/>
                  <a:pt x="1603318" y="3530045"/>
                  <a:pt x="1603318" y="3486834"/>
                </a:cubicBezTo>
                <a:lnTo>
                  <a:pt x="1603319" y="3486834"/>
                </a:lnTo>
                <a:cubicBezTo>
                  <a:pt x="1603319" y="3443623"/>
                  <a:pt x="1568290" y="3408594"/>
                  <a:pt x="1525079" y="3408594"/>
                </a:cubicBezTo>
                <a:close/>
                <a:moveTo>
                  <a:pt x="2129393" y="1705414"/>
                </a:moveTo>
                <a:lnTo>
                  <a:pt x="2129393" y="3580170"/>
                </a:lnTo>
                <a:lnTo>
                  <a:pt x="3126216" y="3580170"/>
                </a:lnTo>
                <a:lnTo>
                  <a:pt x="3126216" y="1705414"/>
                </a:lnTo>
                <a:close/>
                <a:moveTo>
                  <a:pt x="2481193" y="1533789"/>
                </a:moveTo>
                <a:cubicBezTo>
                  <a:pt x="2462682" y="1533789"/>
                  <a:pt x="2447676" y="1548795"/>
                  <a:pt x="2447676" y="1567306"/>
                </a:cubicBezTo>
                <a:lnTo>
                  <a:pt x="2447676" y="1572258"/>
                </a:lnTo>
                <a:cubicBezTo>
                  <a:pt x="2447676" y="1590769"/>
                  <a:pt x="2462682" y="1605775"/>
                  <a:pt x="2481193" y="1605775"/>
                </a:cubicBezTo>
                <a:lnTo>
                  <a:pt x="2774415" y="1605775"/>
                </a:lnTo>
                <a:cubicBezTo>
                  <a:pt x="2792926" y="1605775"/>
                  <a:pt x="2807932" y="1590769"/>
                  <a:pt x="2807932" y="1572258"/>
                </a:cubicBezTo>
                <a:lnTo>
                  <a:pt x="2807932" y="1567306"/>
                </a:lnTo>
                <a:cubicBezTo>
                  <a:pt x="2807932" y="1548795"/>
                  <a:pt x="2792926" y="1533789"/>
                  <a:pt x="2774415" y="1533789"/>
                </a:cubicBezTo>
                <a:close/>
                <a:moveTo>
                  <a:pt x="2113478" y="1418392"/>
                </a:moveTo>
                <a:lnTo>
                  <a:pt x="3142130" y="1418392"/>
                </a:lnTo>
                <a:cubicBezTo>
                  <a:pt x="3236149" y="1418392"/>
                  <a:pt x="3312367" y="1494610"/>
                  <a:pt x="3312367" y="1588629"/>
                </a:cubicBezTo>
                <a:lnTo>
                  <a:pt x="3312367" y="3777046"/>
                </a:lnTo>
                <a:cubicBezTo>
                  <a:pt x="3312367" y="3871065"/>
                  <a:pt x="3236149" y="3947283"/>
                  <a:pt x="3142130" y="3947283"/>
                </a:cubicBezTo>
                <a:lnTo>
                  <a:pt x="2113478" y="3947283"/>
                </a:lnTo>
                <a:cubicBezTo>
                  <a:pt x="2019459" y="3947283"/>
                  <a:pt x="1943241" y="3871065"/>
                  <a:pt x="1943241" y="3777046"/>
                </a:cubicBezTo>
                <a:lnTo>
                  <a:pt x="1943241" y="1588629"/>
                </a:lnTo>
                <a:cubicBezTo>
                  <a:pt x="1943241" y="1494610"/>
                  <a:pt x="2019459" y="1418392"/>
                  <a:pt x="2113478" y="1418392"/>
                </a:cubicBezTo>
                <a:close/>
                <a:moveTo>
                  <a:pt x="1006317" y="157391"/>
                </a:moveTo>
                <a:cubicBezTo>
                  <a:pt x="987806" y="157391"/>
                  <a:pt x="972800" y="172397"/>
                  <a:pt x="972800" y="190908"/>
                </a:cubicBezTo>
                <a:lnTo>
                  <a:pt x="972800" y="195860"/>
                </a:lnTo>
                <a:cubicBezTo>
                  <a:pt x="972800" y="214371"/>
                  <a:pt x="987806" y="229377"/>
                  <a:pt x="1006317" y="229377"/>
                </a:cubicBezTo>
                <a:lnTo>
                  <a:pt x="1659876" y="229377"/>
                </a:lnTo>
                <a:cubicBezTo>
                  <a:pt x="1678387" y="229377"/>
                  <a:pt x="1693393" y="214371"/>
                  <a:pt x="1693393" y="195860"/>
                </a:cubicBezTo>
                <a:lnTo>
                  <a:pt x="1693393" y="190908"/>
                </a:lnTo>
                <a:cubicBezTo>
                  <a:pt x="1693393" y="172397"/>
                  <a:pt x="1678387" y="157391"/>
                  <a:pt x="1659876" y="157391"/>
                </a:cubicBezTo>
                <a:close/>
                <a:moveTo>
                  <a:pt x="264780" y="0"/>
                </a:moveTo>
                <a:lnTo>
                  <a:pt x="2401413" y="0"/>
                </a:lnTo>
                <a:cubicBezTo>
                  <a:pt x="2547647" y="0"/>
                  <a:pt x="2666193" y="118546"/>
                  <a:pt x="2666193" y="264780"/>
                </a:cubicBezTo>
                <a:lnTo>
                  <a:pt x="2666193" y="1345374"/>
                </a:lnTo>
                <a:lnTo>
                  <a:pt x="2369517" y="1345374"/>
                </a:lnTo>
                <a:lnTo>
                  <a:pt x="2369517" y="366783"/>
                </a:lnTo>
                <a:lnTo>
                  <a:pt x="296676" y="366783"/>
                </a:lnTo>
                <a:lnTo>
                  <a:pt x="296676" y="3219873"/>
                </a:lnTo>
                <a:lnTo>
                  <a:pt x="1867527" y="3219873"/>
                </a:lnTo>
                <a:lnTo>
                  <a:pt x="1867527" y="3778374"/>
                </a:lnTo>
                <a:lnTo>
                  <a:pt x="264780" y="3778374"/>
                </a:lnTo>
                <a:cubicBezTo>
                  <a:pt x="118546" y="3778374"/>
                  <a:pt x="0" y="3659828"/>
                  <a:pt x="0" y="3513594"/>
                </a:cubicBezTo>
                <a:lnTo>
                  <a:pt x="0" y="264780"/>
                </a:lnTo>
                <a:cubicBezTo>
                  <a:pt x="0" y="118546"/>
                  <a:pt x="118546" y="0"/>
                  <a:pt x="26478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4" name="Rounded Rectangle 7"/>
          <p:cNvSpPr>
            <a:spLocks noChangeAspect="1"/>
          </p:cNvSpPr>
          <p:nvPr/>
        </p:nvSpPr>
        <p:spPr>
          <a:xfrm>
            <a:off x="7607284" y="2195401"/>
            <a:ext cx="437473" cy="437424"/>
          </a:xfrm>
          <a:custGeom>
            <a:avLst/>
            <a:gdLst/>
            <a:ahLst/>
            <a:cxnLst/>
            <a:rect l="l" t="t" r="r" b="b"/>
            <a:pathLst>
              <a:path w="3960440" h="3960000">
                <a:moveTo>
                  <a:pt x="2764687" y="782779"/>
                </a:moveTo>
                <a:cubicBezTo>
                  <a:pt x="2512183" y="782779"/>
                  <a:pt x="2307488" y="987475"/>
                  <a:pt x="2307487" y="1239980"/>
                </a:cubicBezTo>
                <a:cubicBezTo>
                  <a:pt x="2307487" y="1241985"/>
                  <a:pt x="2307500" y="1243987"/>
                  <a:pt x="2308092" y="1245978"/>
                </a:cubicBezTo>
                <a:lnTo>
                  <a:pt x="1570677" y="1632536"/>
                </a:lnTo>
                <a:cubicBezTo>
                  <a:pt x="1488749" y="1552118"/>
                  <a:pt x="1376387" y="1502860"/>
                  <a:pt x="1252520" y="1502859"/>
                </a:cubicBezTo>
                <a:cubicBezTo>
                  <a:pt x="1000014" y="1502859"/>
                  <a:pt x="795319" y="1707555"/>
                  <a:pt x="795319" y="1960060"/>
                </a:cubicBezTo>
                <a:cubicBezTo>
                  <a:pt x="795319" y="2212565"/>
                  <a:pt x="1000014" y="2417260"/>
                  <a:pt x="1252520" y="2417260"/>
                </a:cubicBezTo>
                <a:cubicBezTo>
                  <a:pt x="1361432" y="2417260"/>
                  <a:pt x="1461449" y="2379178"/>
                  <a:pt x="1538674" y="2313987"/>
                </a:cubicBezTo>
                <a:lnTo>
                  <a:pt x="2308734" y="2717656"/>
                </a:lnTo>
                <a:cubicBezTo>
                  <a:pt x="2314220" y="2964461"/>
                  <a:pt x="2516327" y="3162492"/>
                  <a:pt x="2764688" y="3162492"/>
                </a:cubicBezTo>
                <a:cubicBezTo>
                  <a:pt x="3017192" y="3162492"/>
                  <a:pt x="3221888" y="2957797"/>
                  <a:pt x="3221887" y="2705292"/>
                </a:cubicBezTo>
                <a:cubicBezTo>
                  <a:pt x="3221887" y="2452786"/>
                  <a:pt x="3017192" y="2248092"/>
                  <a:pt x="2764688" y="2248092"/>
                </a:cubicBezTo>
                <a:cubicBezTo>
                  <a:pt x="2638870" y="2248092"/>
                  <a:pt x="2524924" y="2298913"/>
                  <a:pt x="2442337" y="2381228"/>
                </a:cubicBezTo>
                <a:lnTo>
                  <a:pt x="1706164" y="1995322"/>
                </a:lnTo>
                <a:lnTo>
                  <a:pt x="1709074" y="1966451"/>
                </a:lnTo>
                <a:lnTo>
                  <a:pt x="2455698" y="1575067"/>
                </a:lnTo>
                <a:cubicBezTo>
                  <a:pt x="2536225" y="1651261"/>
                  <a:pt x="2645094" y="1697180"/>
                  <a:pt x="2764687" y="1697179"/>
                </a:cubicBezTo>
                <a:cubicBezTo>
                  <a:pt x="3017193" y="1697180"/>
                  <a:pt x="3221887" y="1492485"/>
                  <a:pt x="3221888" y="1239980"/>
                </a:cubicBezTo>
                <a:cubicBezTo>
                  <a:pt x="3221887" y="987475"/>
                  <a:pt x="3017193" y="782779"/>
                  <a:pt x="2764687" y="782779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Freeform 14"/>
          <p:cNvSpPr>
            <a:spLocks noChangeAspect="1"/>
          </p:cNvSpPr>
          <p:nvPr/>
        </p:nvSpPr>
        <p:spPr>
          <a:xfrm>
            <a:off x="4147312" y="3674562"/>
            <a:ext cx="383997" cy="437472"/>
          </a:xfrm>
          <a:custGeom>
            <a:avLst/>
            <a:gdLst/>
            <a:ahLst/>
            <a:cxnLst/>
            <a:rect l="l" t="t" r="r" b="b"/>
            <a:pathLst>
              <a:path w="3456727" h="3938119">
                <a:moveTo>
                  <a:pt x="1728364" y="1961325"/>
                </a:moveTo>
                <a:cubicBezTo>
                  <a:pt x="1726089" y="2407152"/>
                  <a:pt x="1737463" y="2812034"/>
                  <a:pt x="1735188" y="3257861"/>
                </a:cubicBezTo>
                <a:cubicBezTo>
                  <a:pt x="2394830" y="3057694"/>
                  <a:pt x="2610919" y="2352560"/>
                  <a:pt x="2765594" y="1981796"/>
                </a:cubicBezTo>
                <a:close/>
                <a:moveTo>
                  <a:pt x="1728362" y="682044"/>
                </a:moveTo>
                <a:cubicBezTo>
                  <a:pt x="1355324" y="868563"/>
                  <a:pt x="1166530" y="952725"/>
                  <a:pt x="609247" y="1002767"/>
                </a:cubicBezTo>
                <a:cubicBezTo>
                  <a:pt x="606972" y="1330312"/>
                  <a:pt x="631992" y="1623739"/>
                  <a:pt x="704780" y="1964933"/>
                </a:cubicBezTo>
                <a:lnTo>
                  <a:pt x="1728363" y="1971757"/>
                </a:lnTo>
                <a:cubicBezTo>
                  <a:pt x="1728363" y="1541853"/>
                  <a:pt x="1728362" y="1111948"/>
                  <a:pt x="1728362" y="682044"/>
                </a:cubicBezTo>
                <a:close/>
                <a:moveTo>
                  <a:pt x="1723409" y="487996"/>
                </a:moveTo>
                <a:cubicBezTo>
                  <a:pt x="1725062" y="488690"/>
                  <a:pt x="1726712" y="489384"/>
                  <a:pt x="1728363" y="490064"/>
                </a:cubicBezTo>
                <a:cubicBezTo>
                  <a:pt x="1730015" y="489384"/>
                  <a:pt x="1731666" y="488690"/>
                  <a:pt x="1733319" y="487996"/>
                </a:cubicBezTo>
                <a:lnTo>
                  <a:pt x="1733319" y="492131"/>
                </a:lnTo>
                <a:cubicBezTo>
                  <a:pt x="2179467" y="679460"/>
                  <a:pt x="2405896" y="769409"/>
                  <a:pt x="2817789" y="813808"/>
                </a:cubicBezTo>
                <a:cubicBezTo>
                  <a:pt x="2971516" y="823489"/>
                  <a:pt x="3036247" y="875307"/>
                  <a:pt x="3033236" y="1061333"/>
                </a:cubicBezTo>
                <a:cubicBezTo>
                  <a:pt x="3015439" y="2441328"/>
                  <a:pt x="2363638" y="3359629"/>
                  <a:pt x="1733319" y="3448048"/>
                </a:cubicBezTo>
                <a:lnTo>
                  <a:pt x="1733319" y="3450123"/>
                </a:lnTo>
                <a:lnTo>
                  <a:pt x="1728363" y="3449086"/>
                </a:lnTo>
                <a:lnTo>
                  <a:pt x="1723409" y="3450123"/>
                </a:lnTo>
                <a:lnTo>
                  <a:pt x="1723409" y="3448048"/>
                </a:lnTo>
                <a:cubicBezTo>
                  <a:pt x="1093089" y="3359629"/>
                  <a:pt x="441289" y="2441328"/>
                  <a:pt x="423491" y="1061333"/>
                </a:cubicBezTo>
                <a:cubicBezTo>
                  <a:pt x="420479" y="875307"/>
                  <a:pt x="485211" y="823489"/>
                  <a:pt x="638937" y="813808"/>
                </a:cubicBezTo>
                <a:cubicBezTo>
                  <a:pt x="1050832" y="769409"/>
                  <a:pt x="1277261" y="679460"/>
                  <a:pt x="1723409" y="492131"/>
                </a:cubicBezTo>
                <a:close/>
                <a:moveTo>
                  <a:pt x="1722802" y="306889"/>
                </a:moveTo>
                <a:lnTo>
                  <a:pt x="1722802" y="311530"/>
                </a:lnTo>
                <a:cubicBezTo>
                  <a:pt x="1222099" y="521767"/>
                  <a:pt x="967982" y="622713"/>
                  <a:pt x="505720" y="672542"/>
                </a:cubicBezTo>
                <a:cubicBezTo>
                  <a:pt x="333196" y="683408"/>
                  <a:pt x="260550" y="741561"/>
                  <a:pt x="263929" y="950334"/>
                </a:cubicBezTo>
                <a:cubicBezTo>
                  <a:pt x="283902" y="2499079"/>
                  <a:pt x="1015407" y="3529669"/>
                  <a:pt x="1722802" y="3628902"/>
                </a:cubicBezTo>
                <a:lnTo>
                  <a:pt x="1722802" y="3631230"/>
                </a:lnTo>
                <a:lnTo>
                  <a:pt x="1728365" y="3630065"/>
                </a:lnTo>
                <a:lnTo>
                  <a:pt x="1733925" y="3631230"/>
                </a:lnTo>
                <a:lnTo>
                  <a:pt x="1733925" y="3628902"/>
                </a:lnTo>
                <a:cubicBezTo>
                  <a:pt x="2441322" y="3529669"/>
                  <a:pt x="3172826" y="2499079"/>
                  <a:pt x="3192800" y="950334"/>
                </a:cubicBezTo>
                <a:cubicBezTo>
                  <a:pt x="3196179" y="741561"/>
                  <a:pt x="3123532" y="683408"/>
                  <a:pt x="2951007" y="672542"/>
                </a:cubicBezTo>
                <a:cubicBezTo>
                  <a:pt x="2488747" y="622713"/>
                  <a:pt x="2234630" y="521767"/>
                  <a:pt x="1733925" y="311530"/>
                </a:cubicBezTo>
                <a:lnTo>
                  <a:pt x="1733925" y="306889"/>
                </a:lnTo>
                <a:cubicBezTo>
                  <a:pt x="1732071" y="307669"/>
                  <a:pt x="1730218" y="308445"/>
                  <a:pt x="1728365" y="309209"/>
                </a:cubicBezTo>
                <a:cubicBezTo>
                  <a:pt x="1726510" y="308445"/>
                  <a:pt x="1724659" y="307669"/>
                  <a:pt x="1722802" y="306889"/>
                </a:cubicBezTo>
                <a:close/>
                <a:moveTo>
                  <a:pt x="1721800" y="0"/>
                </a:moveTo>
                <a:cubicBezTo>
                  <a:pt x="1723991" y="923"/>
                  <a:pt x="1726176" y="1844"/>
                  <a:pt x="1728363" y="2749"/>
                </a:cubicBezTo>
                <a:cubicBezTo>
                  <a:pt x="1730551" y="1844"/>
                  <a:pt x="1732737" y="923"/>
                  <a:pt x="1734926" y="0"/>
                </a:cubicBezTo>
                <a:lnTo>
                  <a:pt x="1734926" y="5497"/>
                </a:lnTo>
                <a:cubicBezTo>
                  <a:pt x="2325825" y="254550"/>
                  <a:pt x="2625718" y="374136"/>
                  <a:pt x="3171248" y="433164"/>
                </a:cubicBezTo>
                <a:cubicBezTo>
                  <a:pt x="3374850" y="446035"/>
                  <a:pt x="3460584" y="514926"/>
                  <a:pt x="3456595" y="762245"/>
                </a:cubicBezTo>
                <a:cubicBezTo>
                  <a:pt x="3433024" y="2596936"/>
                  <a:pt x="2569749" y="3817807"/>
                  <a:pt x="1734926" y="3935360"/>
                </a:cubicBezTo>
                <a:lnTo>
                  <a:pt x="1734926" y="3938119"/>
                </a:lnTo>
                <a:lnTo>
                  <a:pt x="1728363" y="3936740"/>
                </a:lnTo>
                <a:lnTo>
                  <a:pt x="1721800" y="3938119"/>
                </a:lnTo>
                <a:lnTo>
                  <a:pt x="1721800" y="3935360"/>
                </a:lnTo>
                <a:cubicBezTo>
                  <a:pt x="886977" y="3817807"/>
                  <a:pt x="23703" y="2596936"/>
                  <a:pt x="132" y="762245"/>
                </a:cubicBezTo>
                <a:cubicBezTo>
                  <a:pt x="-3858" y="514926"/>
                  <a:pt x="81876" y="446035"/>
                  <a:pt x="285478" y="433164"/>
                </a:cubicBezTo>
                <a:cubicBezTo>
                  <a:pt x="831010" y="374136"/>
                  <a:pt x="1130903" y="254550"/>
                  <a:pt x="1721800" y="549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Rounded Rectangle 1"/>
          <p:cNvSpPr>
            <a:spLocks noChangeAspect="1"/>
          </p:cNvSpPr>
          <p:nvPr/>
        </p:nvSpPr>
        <p:spPr>
          <a:xfrm rot="2648398">
            <a:off x="6629637" y="5335368"/>
            <a:ext cx="206476" cy="528069"/>
          </a:xfrm>
          <a:custGeom>
            <a:avLst/>
            <a:gdLst/>
            <a:ahLst/>
            <a:cxnLst/>
            <a:rect l="l" t="t" r="r" b="b"/>
            <a:pathLst>
              <a:path w="1862952" h="4764557">
                <a:moveTo>
                  <a:pt x="289679" y="2004751"/>
                </a:moveTo>
                <a:cubicBezTo>
                  <a:pt x="458860" y="1838972"/>
                  <a:pt x="691283" y="1737733"/>
                  <a:pt x="946849" y="1740329"/>
                </a:cubicBezTo>
                <a:cubicBezTo>
                  <a:pt x="982916" y="1740695"/>
                  <a:pt x="1018481" y="1743119"/>
                  <a:pt x="1053366" y="1748014"/>
                </a:cubicBezTo>
                <a:cubicBezTo>
                  <a:pt x="1317748" y="1888655"/>
                  <a:pt x="1203170" y="2165630"/>
                  <a:pt x="978473" y="2204473"/>
                </a:cubicBezTo>
                <a:cubicBezTo>
                  <a:pt x="966642" y="2201190"/>
                  <a:pt x="954470" y="2200566"/>
                  <a:pt x="942176" y="2200441"/>
                </a:cubicBezTo>
                <a:cubicBezTo>
                  <a:pt x="697403" y="2197955"/>
                  <a:pt x="496962" y="2394367"/>
                  <a:pt x="494475" y="2639137"/>
                </a:cubicBezTo>
                <a:lnTo>
                  <a:pt x="482110" y="3856696"/>
                </a:lnTo>
                <a:cubicBezTo>
                  <a:pt x="479624" y="4101467"/>
                  <a:pt x="676035" y="4301910"/>
                  <a:pt x="920807" y="4304396"/>
                </a:cubicBezTo>
                <a:cubicBezTo>
                  <a:pt x="1043193" y="4305639"/>
                  <a:pt x="1154496" y="4257158"/>
                  <a:pt x="1235513" y="4177768"/>
                </a:cubicBezTo>
                <a:cubicBezTo>
                  <a:pt x="1316531" y="4098380"/>
                  <a:pt x="1367262" y="3988084"/>
                  <a:pt x="1368506" y="3865699"/>
                </a:cubicBezTo>
                <a:lnTo>
                  <a:pt x="1375662" y="3161156"/>
                </a:lnTo>
                <a:cubicBezTo>
                  <a:pt x="1504082" y="3167548"/>
                  <a:pt x="1792622" y="2981572"/>
                  <a:pt x="1861834" y="2783546"/>
                </a:cubicBezTo>
                <a:lnTo>
                  <a:pt x="1851019" y="3848423"/>
                </a:lnTo>
                <a:cubicBezTo>
                  <a:pt x="1848423" y="4103989"/>
                  <a:pt x="1742485" y="4334308"/>
                  <a:pt x="1573304" y="4500088"/>
                </a:cubicBezTo>
                <a:cubicBezTo>
                  <a:pt x="1404123" y="4665866"/>
                  <a:pt x="1171700" y="4767105"/>
                  <a:pt x="916134" y="4764509"/>
                </a:cubicBezTo>
                <a:cubicBezTo>
                  <a:pt x="405002" y="4759318"/>
                  <a:pt x="-5143" y="4340756"/>
                  <a:pt x="48" y="3829624"/>
                </a:cubicBezTo>
                <a:lnTo>
                  <a:pt x="11964" y="2656415"/>
                </a:lnTo>
                <a:cubicBezTo>
                  <a:pt x="14559" y="2400849"/>
                  <a:pt x="120498" y="2170529"/>
                  <a:pt x="289679" y="2004751"/>
                </a:cubicBezTo>
                <a:close/>
                <a:moveTo>
                  <a:pt x="282968" y="271082"/>
                </a:moveTo>
                <a:cubicBezTo>
                  <a:pt x="450457" y="103594"/>
                  <a:pt x="681840" y="0"/>
                  <a:pt x="937419" y="0"/>
                </a:cubicBezTo>
                <a:cubicBezTo>
                  <a:pt x="1448577" y="0"/>
                  <a:pt x="1862952" y="414375"/>
                  <a:pt x="1862952" y="925533"/>
                </a:cubicBezTo>
                <a:lnTo>
                  <a:pt x="1862952" y="2098803"/>
                </a:lnTo>
                <a:cubicBezTo>
                  <a:pt x="1862952" y="2609961"/>
                  <a:pt x="1448577" y="3024336"/>
                  <a:pt x="937419" y="3024336"/>
                </a:cubicBezTo>
                <a:cubicBezTo>
                  <a:pt x="901350" y="3024336"/>
                  <a:pt x="865762" y="3022273"/>
                  <a:pt x="830829" y="3017733"/>
                </a:cubicBezTo>
                <a:cubicBezTo>
                  <a:pt x="565032" y="2879784"/>
                  <a:pt x="676792" y="2601660"/>
                  <a:pt x="901083" y="2560538"/>
                </a:cubicBezTo>
                <a:cubicBezTo>
                  <a:pt x="912947" y="2563700"/>
                  <a:pt x="925124" y="2564200"/>
                  <a:pt x="937419" y="2564200"/>
                </a:cubicBezTo>
                <a:cubicBezTo>
                  <a:pt x="1182204" y="2564200"/>
                  <a:pt x="1380640" y="2365763"/>
                  <a:pt x="1380641" y="2120980"/>
                </a:cubicBezTo>
                <a:lnTo>
                  <a:pt x="1380640" y="903358"/>
                </a:lnTo>
                <a:cubicBezTo>
                  <a:pt x="1380640" y="658574"/>
                  <a:pt x="1182204" y="460137"/>
                  <a:pt x="937419" y="460137"/>
                </a:cubicBezTo>
                <a:cubicBezTo>
                  <a:pt x="815027" y="460137"/>
                  <a:pt x="704222" y="509746"/>
                  <a:pt x="624015" y="589954"/>
                </a:cubicBezTo>
                <a:cubicBezTo>
                  <a:pt x="543808" y="670161"/>
                  <a:pt x="494199" y="780966"/>
                  <a:pt x="494199" y="903358"/>
                </a:cubicBezTo>
                <a:lnTo>
                  <a:pt x="494198" y="1607937"/>
                </a:lnTo>
                <a:cubicBezTo>
                  <a:pt x="365720" y="1602850"/>
                  <a:pt x="79084" y="1791747"/>
                  <a:pt x="11886" y="1990465"/>
                </a:cubicBezTo>
                <a:lnTo>
                  <a:pt x="11886" y="925533"/>
                </a:lnTo>
                <a:cubicBezTo>
                  <a:pt x="11886" y="669954"/>
                  <a:pt x="115480" y="438571"/>
                  <a:pt x="282968" y="27108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5" grpId="0"/>
      <p:bldP spid="5" grpId="1"/>
      <p:bldP spid="8" grpId="0"/>
      <p:bldP spid="8" grpId="1"/>
      <p:bldP spid="11" grpId="0"/>
      <p:bldP spid="1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3" name="Straight Arrow Connector 3"/>
          <p:cNvCxnSpPr>
            <a:stCxn id="9" idx="6"/>
            <a:endCxn id="10" idx="3"/>
          </p:cNvCxnSpPr>
          <p:nvPr/>
        </p:nvCxnSpPr>
        <p:spPr>
          <a:xfrm flipV="1">
            <a:off x="2644831" y="2503344"/>
            <a:ext cx="1990658" cy="1439317"/>
          </a:xfrm>
          <a:prstGeom prst="straightConnector1">
            <a:avLst/>
          </a:prstGeom>
          <a:ln w="254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21"/>
          <p:cNvCxnSpPr>
            <a:stCxn id="9" idx="6"/>
            <a:endCxn id="13" idx="2"/>
          </p:cNvCxnSpPr>
          <p:nvPr/>
        </p:nvCxnSpPr>
        <p:spPr>
          <a:xfrm>
            <a:off x="2644832" y="3942660"/>
            <a:ext cx="3039110" cy="32385"/>
          </a:xfrm>
          <a:prstGeom prst="straightConnector1">
            <a:avLst/>
          </a:prstGeom>
          <a:ln w="254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28"/>
          <p:cNvCxnSpPr>
            <a:stCxn id="9" idx="6"/>
            <a:endCxn id="12" idx="1"/>
          </p:cNvCxnSpPr>
          <p:nvPr/>
        </p:nvCxnSpPr>
        <p:spPr>
          <a:xfrm>
            <a:off x="2644831" y="3942660"/>
            <a:ext cx="1990658" cy="1426236"/>
          </a:xfrm>
          <a:prstGeom prst="straightConnector1">
            <a:avLst/>
          </a:prstGeom>
          <a:ln w="254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"/>
          <p:cNvSpPr/>
          <p:nvPr/>
        </p:nvSpPr>
        <p:spPr>
          <a:xfrm>
            <a:off x="1322641" y="3281566"/>
            <a:ext cx="1322190" cy="13221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" name="Oval 14"/>
          <p:cNvSpPr/>
          <p:nvPr/>
        </p:nvSpPr>
        <p:spPr>
          <a:xfrm>
            <a:off x="4507998" y="1760270"/>
            <a:ext cx="870564" cy="87056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anose="020B0604020202020204" pitchFamily="34" charset="0"/>
            </a:endParaRPr>
          </a:p>
        </p:txBody>
      </p:sp>
      <p:sp>
        <p:nvSpPr>
          <p:cNvPr id="12" name="Oval 16"/>
          <p:cNvSpPr/>
          <p:nvPr/>
        </p:nvSpPr>
        <p:spPr>
          <a:xfrm>
            <a:off x="4507998" y="5241405"/>
            <a:ext cx="870564" cy="87056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anose="020B0604020202020204" pitchFamily="34" charset="0"/>
            </a:endParaRPr>
          </a:p>
        </p:txBody>
      </p:sp>
      <p:sp>
        <p:nvSpPr>
          <p:cNvPr id="13" name="Oval 17"/>
          <p:cNvSpPr/>
          <p:nvPr/>
        </p:nvSpPr>
        <p:spPr>
          <a:xfrm>
            <a:off x="5683710" y="3539773"/>
            <a:ext cx="870564" cy="87056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anose="020B0604020202020204" pitchFamily="34" charset="0"/>
            </a:endParaRPr>
          </a:p>
        </p:txBody>
      </p:sp>
      <p:sp>
        <p:nvSpPr>
          <p:cNvPr id="32" name="Block Arc 14"/>
          <p:cNvSpPr/>
          <p:nvPr/>
        </p:nvSpPr>
        <p:spPr>
          <a:xfrm rot="16200000">
            <a:off x="1691278" y="3640525"/>
            <a:ext cx="603871" cy="604268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Isosceles Triangle 51"/>
          <p:cNvSpPr/>
          <p:nvPr/>
        </p:nvSpPr>
        <p:spPr>
          <a:xfrm>
            <a:off x="4760121" y="2070704"/>
            <a:ext cx="333042" cy="244221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4" name="Rounded Rectangle 6"/>
          <p:cNvSpPr/>
          <p:nvPr/>
        </p:nvSpPr>
        <p:spPr>
          <a:xfrm>
            <a:off x="5961237" y="3782392"/>
            <a:ext cx="345998" cy="351772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6" name="Rounded Rectangle 27"/>
          <p:cNvSpPr/>
          <p:nvPr/>
        </p:nvSpPr>
        <p:spPr>
          <a:xfrm>
            <a:off x="4770082" y="5543648"/>
            <a:ext cx="346396" cy="26607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en-US" dirty="0">
                <a:sym typeface="+mn-ea"/>
              </a:rPr>
              <a:t>¿</a:t>
            </a:r>
            <a:r>
              <a:rPr lang="en-US" altLang="es-MX" dirty="0">
                <a:sym typeface="+mn-ea"/>
              </a:rPr>
              <a:t>Qu</a:t>
            </a:r>
            <a:r>
              <a:rPr lang="en-US" altLang="en-US" dirty="0">
                <a:sym typeface="+mn-ea"/>
              </a:rPr>
              <a:t>é</a:t>
            </a:r>
            <a:r>
              <a:rPr lang="en-US" altLang="es-MX" dirty="0">
                <a:sym typeface="+mn-ea"/>
              </a:rPr>
              <a:t> es una tabla derivada?</a:t>
            </a:r>
            <a:endParaRPr lang="en-US" dirty="0"/>
          </a:p>
        </p:txBody>
      </p:sp>
      <p:sp>
        <p:nvSpPr>
          <p:cNvPr id="8" name="TextBox 4"/>
          <p:cNvSpPr txBox="1"/>
          <p:nvPr/>
        </p:nvSpPr>
        <p:spPr>
          <a:xfrm>
            <a:off x="7125970" y="3640455"/>
            <a:ext cx="3611245" cy="116840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p>
            <a:r>
              <a:rPr lang="en-US" altLang="es-MX" sz="14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anose="020B0604020202020204" pitchFamily="34" charset="0"/>
              </a:rPr>
              <a:t>Cuando la consulta termina, la tabla derivada desaparece.</a:t>
            </a:r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</p:txBody>
      </p:sp>
      <p:sp>
        <p:nvSpPr>
          <p:cNvPr id="14" name="TextBox 4"/>
          <p:cNvSpPr txBox="1"/>
          <p:nvPr/>
        </p:nvSpPr>
        <p:spPr>
          <a:xfrm>
            <a:off x="6075045" y="5368925"/>
            <a:ext cx="3611245" cy="116840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p>
            <a:r>
              <a:rPr lang="en-US" altLang="es-MX" sz="14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anose="020B0604020202020204" pitchFamily="34" charset="0"/>
              </a:rPr>
              <a:t>Cuando la consulta termina, la tabla derivada desaparece.</a:t>
            </a:r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</p:txBody>
      </p:sp>
      <p:sp>
        <p:nvSpPr>
          <p:cNvPr id="15" name="TextBox 4"/>
          <p:cNvSpPr txBox="1"/>
          <p:nvPr/>
        </p:nvSpPr>
        <p:spPr>
          <a:xfrm>
            <a:off x="5683885" y="1591310"/>
            <a:ext cx="3611245" cy="116840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p>
            <a:r>
              <a:rPr lang="en-US" altLang="es-MX" sz="14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anose="020B0604020202020204" pitchFamily="34" charset="0"/>
              </a:rPr>
              <a:t>Cuando la consulta termina, la tabla derivada desaparece.</a:t>
            </a:r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  <a:p>
            <a:endParaRPr lang="en-US" altLang="es-MX" sz="1400" dirty="0">
              <a:solidFill>
                <a:schemeClr val="tx1">
                  <a:lumMod val="75000"/>
                  <a:lumOff val="25000"/>
                </a:schemeClr>
              </a:solidFill>
              <a:ea typeface="FZShuTi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4" grpId="0"/>
      <p:bldP spid="14" grpId="1"/>
      <p:bldP spid="15" grpId="0"/>
      <p:bldP spid="1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n 2"/>
          <p:cNvPicPr/>
          <p:nvPr/>
        </p:nvPicPr>
        <p:blipFill>
          <a:blip r:embed="rId1"/>
          <a:stretch>
            <a:fillRect/>
          </a:stretch>
        </p:blipFill>
        <p:spPr>
          <a:xfrm>
            <a:off x="1482725" y="2100580"/>
            <a:ext cx="8612505" cy="3641090"/>
          </a:xfrm>
          <a:prstGeom prst="rect">
            <a:avLst/>
          </a:prstGeom>
        </p:spPr>
      </p:pic>
      <p:sp>
        <p:nvSpPr>
          <p:cNvPr id="7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en-US" dirty="0">
                <a:sym typeface="+mn-ea"/>
              </a:rPr>
              <a:t>¿</a:t>
            </a:r>
            <a:r>
              <a:rPr lang="en-US" altLang="es-MX" dirty="0">
                <a:sym typeface="+mn-ea"/>
              </a:rPr>
              <a:t>Qu</a:t>
            </a:r>
            <a:r>
              <a:rPr lang="en-US" altLang="en-US" dirty="0">
                <a:sym typeface="+mn-ea"/>
              </a:rPr>
              <a:t>é</a:t>
            </a:r>
            <a:r>
              <a:rPr lang="en-US" altLang="es-MX" dirty="0">
                <a:sym typeface="+mn-ea"/>
              </a:rPr>
              <a:t> es una tabla derivada?</a:t>
            </a:r>
            <a:endParaRPr lang="en-US" dirty="0"/>
          </a:p>
        </p:txBody>
      </p:sp>
      <p:sp>
        <p:nvSpPr>
          <p:cNvPr id="5" name="Proceso alternativo 4"/>
          <p:cNvSpPr/>
          <p:nvPr/>
        </p:nvSpPr>
        <p:spPr>
          <a:xfrm>
            <a:off x="2168525" y="3150870"/>
            <a:ext cx="6580505" cy="1958975"/>
          </a:xfrm>
          <a:prstGeom prst="flowChartAlternateProcess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MX" altLang="en-US"/>
          </a:p>
        </p:txBody>
      </p:sp>
      <p:sp>
        <p:nvSpPr>
          <p:cNvPr id="6" name="Cuadro de texto 5"/>
          <p:cNvSpPr txBox="1"/>
          <p:nvPr/>
        </p:nvSpPr>
        <p:spPr>
          <a:xfrm>
            <a:off x="9150350" y="38366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Subconsulta</a:t>
            </a:r>
            <a:endParaRPr lang="es-MX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Conector recto de flecha 7"/>
          <p:cNvCxnSpPr/>
          <p:nvPr/>
        </p:nvCxnSpPr>
        <p:spPr>
          <a:xfrm>
            <a:off x="6008370" y="4854575"/>
            <a:ext cx="3174365" cy="16510"/>
          </a:xfrm>
          <a:prstGeom prst="straightConnector1">
            <a:avLst/>
          </a:prstGeom>
          <a:ln w="57150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Cuadro de texto 9"/>
          <p:cNvSpPr txBox="1"/>
          <p:nvPr/>
        </p:nvSpPr>
        <p:spPr>
          <a:xfrm>
            <a:off x="9182735" y="46786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Tabla derivada</a:t>
            </a:r>
            <a:endParaRPr lang="es-MX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Llave izquierda 10"/>
          <p:cNvSpPr/>
          <p:nvPr/>
        </p:nvSpPr>
        <p:spPr>
          <a:xfrm>
            <a:off x="644525" y="2291080"/>
            <a:ext cx="763905" cy="314071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s-MX" altLang="en-US"/>
          </a:p>
        </p:txBody>
      </p:sp>
      <p:sp>
        <p:nvSpPr>
          <p:cNvPr id="12" name="Cuadro de texto 11"/>
          <p:cNvSpPr txBox="1"/>
          <p:nvPr/>
        </p:nvSpPr>
        <p:spPr>
          <a:xfrm rot="16200000">
            <a:off x="-1645920" y="32156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Consulta principal</a:t>
            </a:r>
            <a:endParaRPr lang="es-MX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6" grpId="0"/>
      <p:bldP spid="6" grpId="1"/>
      <p:bldP spid="10" grpId="0"/>
      <p:bldP spid="10" grpId="1"/>
      <p:bldP spid="11" grpId="0" bldLvl="0" animBg="1"/>
      <p:bldP spid="11" grpId="1" animBg="1"/>
      <p:bldP spid="12" grpId="0"/>
      <p:bldP spid="1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n 2"/>
          <p:cNvPicPr/>
          <p:nvPr/>
        </p:nvPicPr>
        <p:blipFill>
          <a:blip r:embed="rId1"/>
          <a:stretch>
            <a:fillRect/>
          </a:stretch>
        </p:blipFill>
        <p:spPr>
          <a:xfrm>
            <a:off x="323215" y="1138555"/>
            <a:ext cx="6918960" cy="3066415"/>
          </a:xfrm>
          <a:prstGeom prst="rect">
            <a:avLst/>
          </a:prstGeom>
        </p:spPr>
      </p:pic>
      <p:sp>
        <p:nvSpPr>
          <p:cNvPr id="7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en-US" dirty="0">
                <a:sym typeface="+mn-ea"/>
              </a:rPr>
              <a:t>¿</a:t>
            </a:r>
            <a:r>
              <a:rPr lang="en-US" altLang="es-MX" dirty="0">
                <a:sym typeface="+mn-ea"/>
              </a:rPr>
              <a:t>Qu</a:t>
            </a:r>
            <a:r>
              <a:rPr lang="en-US" altLang="en-US" dirty="0">
                <a:sym typeface="+mn-ea"/>
              </a:rPr>
              <a:t>é</a:t>
            </a:r>
            <a:r>
              <a:rPr lang="en-US" altLang="es-MX" dirty="0">
                <a:sym typeface="+mn-ea"/>
              </a:rPr>
              <a:t> es una tabla derivada?</a:t>
            </a:r>
            <a:endParaRPr lang="en-US" dirty="0"/>
          </a:p>
        </p:txBody>
      </p:sp>
      <p:sp>
        <p:nvSpPr>
          <p:cNvPr id="5" name="Proceso alternativo 4"/>
          <p:cNvSpPr/>
          <p:nvPr/>
        </p:nvSpPr>
        <p:spPr>
          <a:xfrm>
            <a:off x="929640" y="1877695"/>
            <a:ext cx="5166360" cy="1755140"/>
          </a:xfrm>
          <a:prstGeom prst="flowChartAlternateProcess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MX" altLang="en-US"/>
          </a:p>
        </p:txBody>
      </p:sp>
      <p:cxnSp>
        <p:nvCxnSpPr>
          <p:cNvPr id="14" name="Conector recto de flecha 13"/>
          <p:cNvCxnSpPr/>
          <p:nvPr/>
        </p:nvCxnSpPr>
        <p:spPr>
          <a:xfrm>
            <a:off x="6236970" y="2861945"/>
            <a:ext cx="1597660" cy="909320"/>
          </a:xfrm>
          <a:prstGeom prst="straightConnector1">
            <a:avLst/>
          </a:prstGeom>
          <a:ln w="57150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" name="Imagen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810" y="3771265"/>
            <a:ext cx="4273550" cy="2720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rcador de posición de texto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es-MX"/>
              <a:t>Consultar una tabla derivada</a:t>
            </a:r>
            <a:endParaRPr lang="en-US" altLang="es-MX"/>
          </a:p>
        </p:txBody>
      </p:sp>
      <p:cxnSp>
        <p:nvCxnSpPr>
          <p:cNvPr id="14" name="Straight Connector 36"/>
          <p:cNvCxnSpPr>
            <a:endCxn id="19" idx="2"/>
          </p:cNvCxnSpPr>
          <p:nvPr/>
        </p:nvCxnSpPr>
        <p:spPr>
          <a:xfrm>
            <a:off x="2367649" y="5876000"/>
            <a:ext cx="798161" cy="25020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9"/>
          <p:cNvCxnSpPr>
            <a:endCxn id="18" idx="2"/>
          </p:cNvCxnSpPr>
          <p:nvPr/>
        </p:nvCxnSpPr>
        <p:spPr>
          <a:xfrm flipV="1">
            <a:off x="2281959" y="5013973"/>
            <a:ext cx="883851" cy="35384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2"/>
          <p:cNvSpPr/>
          <p:nvPr/>
        </p:nvSpPr>
        <p:spPr>
          <a:xfrm>
            <a:off x="3165810" y="4660127"/>
            <a:ext cx="707692" cy="70769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val 13"/>
          <p:cNvSpPr/>
          <p:nvPr/>
        </p:nvSpPr>
        <p:spPr>
          <a:xfrm>
            <a:off x="3165810" y="5772361"/>
            <a:ext cx="707692" cy="70769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51605" y="4884420"/>
            <a:ext cx="78917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</a:pPr>
            <a:r>
              <a:rPr lang="en-US" altLang="es-MX" sz="20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Las tablas derivadas no tienen nombre permanente, se usan dentro de la misma consulta con un alias.</a:t>
            </a:r>
            <a:endParaRPr lang="en-US" altLang="es-MX" sz="20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4" name="Round Same Side Corner Rectangle 11"/>
          <p:cNvSpPr>
            <a:spLocks noChangeAspect="1"/>
          </p:cNvSpPr>
          <p:nvPr/>
        </p:nvSpPr>
        <p:spPr>
          <a:xfrm rot="9900000">
            <a:off x="3366390" y="4845809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7" name="Oval 21"/>
          <p:cNvSpPr>
            <a:spLocks noChangeAspect="1"/>
          </p:cNvSpPr>
          <p:nvPr/>
        </p:nvSpPr>
        <p:spPr>
          <a:xfrm>
            <a:off x="3331759" y="5936383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0" name="TextBox 22"/>
          <p:cNvSpPr txBox="1"/>
          <p:nvPr/>
        </p:nvSpPr>
        <p:spPr>
          <a:xfrm>
            <a:off x="4065270" y="5936615"/>
            <a:ext cx="78422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es-MX" sz="2000">
                <a:effectLst/>
                <a:sym typeface="+mn-ea"/>
              </a:rPr>
              <a:t>No puedes consultarla fuera de esa </a:t>
            </a:r>
            <a:r>
              <a:rPr lang="es-MX" altLang="en-US" sz="2000">
                <a:effectLst/>
                <a:sym typeface="+mn-ea"/>
              </a:rPr>
              <a:t>query </a:t>
            </a:r>
            <a:r>
              <a:rPr lang="en-US" altLang="es-MX" sz="2000">
                <a:effectLst/>
                <a:sym typeface="+mn-ea"/>
              </a:rPr>
              <a:t>porque no existe despu</a:t>
            </a:r>
            <a:r>
              <a:rPr lang="en-US" altLang="en-US" sz="2000">
                <a:effectLst/>
                <a:sym typeface="+mn-ea"/>
              </a:rPr>
              <a:t>é</a:t>
            </a:r>
            <a:r>
              <a:rPr lang="en-US" altLang="es-MX" sz="2000">
                <a:effectLst/>
                <a:sym typeface="+mn-ea"/>
              </a:rPr>
              <a:t>s de que termina.</a:t>
            </a:r>
            <a:endParaRPr lang="en-US" altLang="es-MX" sz="2000">
              <a:effectLst/>
              <a:sym typeface="+mn-ea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7915" y="1449070"/>
            <a:ext cx="9123045" cy="2985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18" grpId="0" bldLvl="0" animBg="1"/>
      <p:bldP spid="34" grpId="1" animBg="1"/>
      <p:bldP spid="18" grpId="1" animBg="1"/>
      <p:bldP spid="23" grpId="0"/>
      <p:bldP spid="23" grpId="1"/>
      <p:bldP spid="37" grpId="0" bldLvl="0" animBg="1"/>
      <p:bldP spid="19" grpId="0" bldLvl="0" animBg="1"/>
      <p:bldP spid="37" grpId="1" animBg="1"/>
      <p:bldP spid="19" grpId="1" animBg="1"/>
      <p:bldP spid="10" grpId="0"/>
      <p:bldP spid="1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rcador de posición de texto 1"/>
          <p:cNvSpPr>
            <a:spLocks noGrp="1"/>
          </p:cNvSpPr>
          <p:nvPr>
            <p:ph type="body" sz="quarter" idx="10"/>
          </p:nvPr>
        </p:nvSpPr>
        <p:spPr>
          <a:xfrm>
            <a:off x="323215" y="774700"/>
            <a:ext cx="11573510" cy="3177540"/>
          </a:xfrm>
        </p:spPr>
        <p:txBody>
          <a:bodyPr/>
          <a:p>
            <a:r>
              <a:rPr lang="en-US" altLang="es-MX"/>
              <a:t>Si quier</a:t>
            </a:r>
            <a:r>
              <a:rPr lang="es-MX" altLang="en-US"/>
              <a:t>o</a:t>
            </a:r>
            <a:r>
              <a:rPr lang="en-US" altLang="es-MX"/>
              <a:t> almacenar el resultado para usarlo despu</a:t>
            </a:r>
            <a:r>
              <a:rPr lang="en-US" altLang="en-US"/>
              <a:t>é</a:t>
            </a:r>
            <a:r>
              <a:rPr lang="en-US" altLang="es-MX"/>
              <a:t>s</a:t>
            </a:r>
            <a:endParaRPr lang="en-US" altLang="es-MX"/>
          </a:p>
          <a:p>
            <a:endParaRPr lang="en-US" altLang="es-MX"/>
          </a:p>
          <a:p>
            <a:r>
              <a:rPr lang="es-MX" altLang="en-US"/>
              <a:t>¿Qué opciones tengo?</a:t>
            </a:r>
            <a:endParaRPr lang="en-US" altLang="es-MX"/>
          </a:p>
        </p:txBody>
      </p:sp>
      <p:pic>
        <p:nvPicPr>
          <p:cNvPr id="3" name="Imagen 2"/>
          <p:cNvPicPr/>
          <p:nvPr/>
        </p:nvPicPr>
        <p:blipFill>
          <a:blip r:embed="rId1"/>
          <a:stretch>
            <a:fillRect/>
          </a:stretch>
        </p:blipFill>
        <p:spPr>
          <a:xfrm>
            <a:off x="5152390" y="3952240"/>
            <a:ext cx="2272030" cy="26993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rcador de posición de texto 1"/>
          <p:cNvSpPr>
            <a:spLocks noGrp="1"/>
          </p:cNvSpPr>
          <p:nvPr>
            <p:ph type="body" sz="quarter" idx="10"/>
          </p:nvPr>
        </p:nvSpPr>
        <p:spPr>
          <a:xfrm>
            <a:off x="323215" y="0"/>
            <a:ext cx="11573510" cy="1497965"/>
          </a:xfrm>
        </p:spPr>
        <p:txBody>
          <a:bodyPr/>
          <a:p>
            <a:r>
              <a:rPr lang="es-MX" altLang="en-US" sz="4000" b="1"/>
              <a:t>Opción 1 - </a:t>
            </a:r>
            <a:r>
              <a:rPr lang="en-US" altLang="es-MX" sz="4000" b="1"/>
              <a:t>Crear una tabla f</a:t>
            </a:r>
            <a:r>
              <a:rPr lang="en-US" altLang="en-US" sz="4000" b="1"/>
              <a:t>í</a:t>
            </a:r>
            <a:r>
              <a:rPr lang="en-US" altLang="es-MX" sz="4000" b="1"/>
              <a:t>sica (tabla real)</a:t>
            </a:r>
            <a:endParaRPr lang="en-US" altLang="es-MX" b="1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965" y="1673860"/>
            <a:ext cx="9394825" cy="2896870"/>
          </a:xfrm>
          <a:prstGeom prst="rect">
            <a:avLst/>
          </a:prstGeom>
        </p:spPr>
      </p:pic>
      <p:cxnSp>
        <p:nvCxnSpPr>
          <p:cNvPr id="4" name="Conector recto 3"/>
          <p:cNvCxnSpPr/>
          <p:nvPr/>
        </p:nvCxnSpPr>
        <p:spPr>
          <a:xfrm flipV="1">
            <a:off x="3156585" y="2186940"/>
            <a:ext cx="1028700" cy="165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rcador de posición de texto 1"/>
          <p:cNvSpPr>
            <a:spLocks noGrp="1"/>
          </p:cNvSpPr>
          <p:nvPr>
            <p:ph type="body" sz="quarter" idx="10"/>
          </p:nvPr>
        </p:nvSpPr>
        <p:spPr>
          <a:xfrm>
            <a:off x="323215" y="0"/>
            <a:ext cx="11573510" cy="1497965"/>
          </a:xfrm>
        </p:spPr>
        <p:txBody>
          <a:bodyPr/>
          <a:p>
            <a:r>
              <a:rPr lang="es-MX" altLang="en-US" sz="4000" b="1"/>
              <a:t>Opción 1 - </a:t>
            </a:r>
            <a:r>
              <a:rPr lang="en-US" altLang="es-MX" sz="4000" b="1"/>
              <a:t>Crear una tabla f</a:t>
            </a:r>
            <a:r>
              <a:rPr lang="en-US" altLang="en-US" sz="4000" b="1"/>
              <a:t>í</a:t>
            </a:r>
            <a:r>
              <a:rPr lang="en-US" altLang="es-MX" sz="4000" b="1"/>
              <a:t>sica (tabla real)</a:t>
            </a:r>
            <a:endParaRPr lang="en-US" altLang="es-MX" b="1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rcRect t="4810"/>
          <a:stretch>
            <a:fillRect/>
          </a:stretch>
        </p:blipFill>
        <p:spPr>
          <a:xfrm>
            <a:off x="2927985" y="1367790"/>
            <a:ext cx="6364605" cy="4570095"/>
          </a:xfrm>
          <a:prstGeom prst="rect">
            <a:avLst/>
          </a:prstGeom>
        </p:spPr>
      </p:pic>
      <p:sp>
        <p:nvSpPr>
          <p:cNvPr id="5" name="Cuadro de texto 4"/>
          <p:cNvSpPr txBox="1"/>
          <p:nvPr/>
        </p:nvSpPr>
        <p:spPr>
          <a:xfrm>
            <a:off x="859790" y="6123940"/>
            <a:ext cx="1067498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s-MX" sz="1600"/>
              <a:t>Como se ha creado una</a:t>
            </a:r>
            <a:r>
              <a:rPr sz="1600"/>
              <a:t> tabla con </a:t>
            </a:r>
            <a:r>
              <a:rPr sz="1600" b="1"/>
              <a:t>CREATE TABLE</a:t>
            </a:r>
            <a:r>
              <a:rPr sz="1600"/>
              <a:t>, la consultas </a:t>
            </a:r>
            <a:r>
              <a:rPr lang="es-MX" sz="1600"/>
              <a:t>de datos serán </a:t>
            </a:r>
            <a:r>
              <a:rPr sz="1600"/>
              <a:t>igual</a:t>
            </a:r>
            <a:r>
              <a:rPr lang="es-MX" sz="1600"/>
              <a:t>es</a:t>
            </a:r>
            <a:r>
              <a:rPr sz="1600"/>
              <a:t> que </a:t>
            </a:r>
            <a:r>
              <a:rPr lang="es-MX" sz="1600"/>
              <a:t>con </a:t>
            </a:r>
            <a:r>
              <a:rPr sz="1600"/>
              <a:t>cualquier tabla normal</a:t>
            </a: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rcador de posición de texto 1"/>
          <p:cNvSpPr>
            <a:spLocks noGrp="1"/>
          </p:cNvSpPr>
          <p:nvPr>
            <p:ph type="body" sz="quarter" idx="10"/>
          </p:nvPr>
        </p:nvSpPr>
        <p:spPr>
          <a:xfrm>
            <a:off x="323215" y="0"/>
            <a:ext cx="11573510" cy="1497965"/>
          </a:xfrm>
        </p:spPr>
        <p:txBody>
          <a:bodyPr/>
          <a:p>
            <a:pPr algn="ctr">
              <a:buClrTx/>
              <a:buSzTx/>
            </a:pPr>
            <a:r>
              <a:rPr lang="es-MX" altLang="en-US" sz="4000" b="1"/>
              <a:t>Opción 2 - Usar una vista (view)</a:t>
            </a:r>
            <a:endParaRPr lang="es-MX" altLang="en-US" sz="4000" b="1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320" y="1988185"/>
            <a:ext cx="10822940" cy="3204845"/>
          </a:xfrm>
          <a:prstGeom prst="rect">
            <a:avLst/>
          </a:prstGeom>
        </p:spPr>
      </p:pic>
      <p:cxnSp>
        <p:nvCxnSpPr>
          <p:cNvPr id="5" name="Conector recto 4"/>
          <p:cNvCxnSpPr/>
          <p:nvPr/>
        </p:nvCxnSpPr>
        <p:spPr>
          <a:xfrm flipV="1">
            <a:off x="2696210" y="2488565"/>
            <a:ext cx="1028700" cy="165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Cuadro de texto 5"/>
          <p:cNvSpPr txBox="1"/>
          <p:nvPr/>
        </p:nvSpPr>
        <p:spPr>
          <a:xfrm>
            <a:off x="2090420" y="6020435"/>
            <a:ext cx="896810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s-MX" sz="1600"/>
              <a:t>Una </a:t>
            </a:r>
            <a:r>
              <a:rPr sz="1600"/>
              <a:t>vista es como una </a:t>
            </a:r>
            <a:r>
              <a:rPr sz="1600" b="1">
                <a:highlight>
                  <a:srgbClr val="FFFF00"/>
                </a:highlight>
              </a:rPr>
              <a:t>tabla virtual </a:t>
            </a:r>
            <a:r>
              <a:rPr sz="1600"/>
              <a:t>guardada, pero no almacena los datos, solo la consulta.</a:t>
            </a:r>
            <a:endParaRPr sz="1600"/>
          </a:p>
        </p:txBody>
      </p:sp>
      <p:cxnSp>
        <p:nvCxnSpPr>
          <p:cNvPr id="7" name="Conector recto 6"/>
          <p:cNvCxnSpPr/>
          <p:nvPr/>
        </p:nvCxnSpPr>
        <p:spPr>
          <a:xfrm flipV="1">
            <a:off x="6904990" y="6351270"/>
            <a:ext cx="2178685" cy="228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rcador de posición de texto 1"/>
          <p:cNvSpPr>
            <a:spLocks noGrp="1"/>
          </p:cNvSpPr>
          <p:nvPr>
            <p:ph type="body" sz="quarter" idx="10"/>
          </p:nvPr>
        </p:nvSpPr>
        <p:spPr>
          <a:xfrm>
            <a:off x="323215" y="0"/>
            <a:ext cx="11573510" cy="1497965"/>
          </a:xfrm>
        </p:spPr>
        <p:txBody>
          <a:bodyPr/>
          <a:p>
            <a:pPr algn="ctr">
              <a:buClrTx/>
              <a:buSzTx/>
            </a:pPr>
            <a:r>
              <a:rPr lang="es-MX" altLang="en-US" sz="4000" b="1"/>
              <a:t>Opción 2 - Usar una vista (view)</a:t>
            </a:r>
            <a:endParaRPr lang="es-MX" altLang="en-US" sz="4000" b="1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4970" y="1264285"/>
            <a:ext cx="6350635" cy="4330065"/>
          </a:xfrm>
          <a:prstGeom prst="rect">
            <a:avLst/>
          </a:prstGeom>
        </p:spPr>
      </p:pic>
      <p:sp>
        <p:nvSpPr>
          <p:cNvPr id="6" name="Cuadro de texto 5"/>
          <p:cNvSpPr txBox="1"/>
          <p:nvPr/>
        </p:nvSpPr>
        <p:spPr>
          <a:xfrm>
            <a:off x="481965" y="5927725"/>
            <a:ext cx="1111123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La vista se comporta como una </a:t>
            </a:r>
            <a:r>
              <a:rPr sz="1600" i="1"/>
              <a:t>tabla virtual, </a:t>
            </a:r>
            <a:r>
              <a:rPr sz="1600"/>
              <a:t>y la base de datos ejecuta la consulta definida en la vista cada vez que la consultas.</a:t>
            </a: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rcador de posición de texto 1"/>
          <p:cNvSpPr>
            <a:spLocks noGrp="1"/>
          </p:cNvSpPr>
          <p:nvPr>
            <p:ph type="body" sz="quarter" idx="10"/>
          </p:nvPr>
        </p:nvSpPr>
        <p:spPr>
          <a:xfrm>
            <a:off x="323215" y="0"/>
            <a:ext cx="11573510" cy="1497965"/>
          </a:xfrm>
        </p:spPr>
        <p:txBody>
          <a:bodyPr/>
          <a:p>
            <a:pPr algn="ctr">
              <a:buClrTx/>
              <a:buSzTx/>
            </a:pPr>
            <a:r>
              <a:rPr lang="es-MX" altLang="en-US" sz="4000" b="1"/>
              <a:t>Opción 3 - Crear </a:t>
            </a:r>
            <a:r>
              <a:rPr lang="en-US" altLang="es-MX" sz="4000" b="1"/>
              <a:t>Tablas temporales</a:t>
            </a:r>
            <a:endParaRPr lang="en-US" altLang="es-MX" sz="4000" b="1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2101215"/>
            <a:ext cx="11574145" cy="2429510"/>
          </a:xfrm>
          <a:prstGeom prst="rect">
            <a:avLst/>
          </a:prstGeom>
        </p:spPr>
      </p:pic>
      <p:cxnSp>
        <p:nvCxnSpPr>
          <p:cNvPr id="6" name="Conector recto 5"/>
          <p:cNvCxnSpPr/>
          <p:nvPr/>
        </p:nvCxnSpPr>
        <p:spPr>
          <a:xfrm>
            <a:off x="1457960" y="2480945"/>
            <a:ext cx="2596515" cy="165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>
            <a:off x="3724275" y="3016250"/>
            <a:ext cx="2596515" cy="1651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Conector recto 7"/>
          <p:cNvCxnSpPr/>
          <p:nvPr/>
        </p:nvCxnSpPr>
        <p:spPr>
          <a:xfrm>
            <a:off x="9157970" y="3126740"/>
            <a:ext cx="2596515" cy="1651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Connector 36"/>
          <p:cNvCxnSpPr>
            <a:endCxn id="19" idx="2"/>
          </p:cNvCxnSpPr>
          <p:nvPr/>
        </p:nvCxnSpPr>
        <p:spPr>
          <a:xfrm>
            <a:off x="2356854" y="5931245"/>
            <a:ext cx="798161" cy="25020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9"/>
          <p:cNvCxnSpPr>
            <a:endCxn id="18" idx="2"/>
          </p:cNvCxnSpPr>
          <p:nvPr/>
        </p:nvCxnSpPr>
        <p:spPr>
          <a:xfrm flipV="1">
            <a:off x="2271164" y="5069218"/>
            <a:ext cx="883851" cy="35384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2"/>
          <p:cNvSpPr/>
          <p:nvPr/>
        </p:nvSpPr>
        <p:spPr>
          <a:xfrm>
            <a:off x="3155015" y="4715372"/>
            <a:ext cx="707692" cy="70769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val 13"/>
          <p:cNvSpPr/>
          <p:nvPr/>
        </p:nvSpPr>
        <p:spPr>
          <a:xfrm>
            <a:off x="3155015" y="5827606"/>
            <a:ext cx="707692" cy="70769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40810" y="4939665"/>
            <a:ext cx="4760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</a:pPr>
            <a:r>
              <a:rPr lang="es-MX" altLang="en-US" sz="2000">
                <a:effectLst/>
                <a:sym typeface="+mn-ea"/>
              </a:rPr>
              <a:t>Solo </a:t>
            </a:r>
            <a:r>
              <a:rPr lang="en-US" altLang="es-MX" sz="2000">
                <a:effectLst/>
                <a:sym typeface="+mn-ea"/>
              </a:rPr>
              <a:t>en algunos motores de BD</a:t>
            </a:r>
            <a:endParaRPr lang="en-US" altLang="es-MX" sz="20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4" name="Round Same Side Corner Rectangle 11"/>
          <p:cNvSpPr>
            <a:spLocks noChangeAspect="1"/>
          </p:cNvSpPr>
          <p:nvPr/>
        </p:nvSpPr>
        <p:spPr>
          <a:xfrm rot="9900000">
            <a:off x="3355595" y="4901054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7" name="Oval 21"/>
          <p:cNvSpPr>
            <a:spLocks noChangeAspect="1"/>
          </p:cNvSpPr>
          <p:nvPr/>
        </p:nvSpPr>
        <p:spPr>
          <a:xfrm>
            <a:off x="3320964" y="5991628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0" name="TextBox 22"/>
          <p:cNvSpPr txBox="1"/>
          <p:nvPr/>
        </p:nvSpPr>
        <p:spPr>
          <a:xfrm>
            <a:off x="4054475" y="5991860"/>
            <a:ext cx="78422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s-MX" altLang="en-US" sz="2000">
                <a:effectLst/>
                <a:sym typeface="+mn-ea"/>
              </a:rPr>
              <a:t>Esta tabla temporal existe solo durante la sesión actual y desaparece cuando se cierra la conexión.</a:t>
            </a:r>
            <a:endParaRPr lang="es-MX" altLang="en-US" sz="2000"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18" grpId="0" animBg="1"/>
      <p:bldP spid="34" grpId="1" animBg="1"/>
      <p:bldP spid="18" grpId="1" animBg="1"/>
      <p:bldP spid="23" grpId="0"/>
      <p:bldP spid="23" grpId="1"/>
      <p:bldP spid="37" grpId="0" animBg="1"/>
      <p:bldP spid="19" grpId="0" animBg="1"/>
      <p:bldP spid="37" grpId="1" animBg="1"/>
      <p:bldP spid="19" grpId="1" animBg="1"/>
      <p:bldP spid="10" grpId="0"/>
      <p:bldP spid="1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rcador de posición de texto 1"/>
          <p:cNvSpPr>
            <a:spLocks noGrp="1"/>
          </p:cNvSpPr>
          <p:nvPr>
            <p:ph type="body" sz="quarter" idx="10"/>
          </p:nvPr>
        </p:nvSpPr>
        <p:spPr>
          <a:xfrm>
            <a:off x="323215" y="0"/>
            <a:ext cx="11573510" cy="1497965"/>
          </a:xfrm>
        </p:spPr>
        <p:txBody>
          <a:bodyPr/>
          <a:p>
            <a:pPr algn="ctr">
              <a:buClrTx/>
              <a:buSzTx/>
            </a:pPr>
            <a:r>
              <a:rPr lang="es-MX" altLang="en-US" sz="4000" b="1"/>
              <a:t>Opción 3 - Crear </a:t>
            </a:r>
            <a:r>
              <a:rPr lang="en-US" altLang="es-MX" sz="4000" b="1"/>
              <a:t>Tablas temporales</a:t>
            </a:r>
            <a:endParaRPr lang="en-US" altLang="es-MX" sz="4000" b="1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9140" y="1177925"/>
            <a:ext cx="5741035" cy="3924300"/>
          </a:xfrm>
          <a:prstGeom prst="rect">
            <a:avLst/>
          </a:prstGeom>
        </p:spPr>
      </p:pic>
      <p:cxnSp>
        <p:nvCxnSpPr>
          <p:cNvPr id="9" name="Conector recto 8"/>
          <p:cNvCxnSpPr/>
          <p:nvPr/>
        </p:nvCxnSpPr>
        <p:spPr>
          <a:xfrm>
            <a:off x="3883660" y="2922905"/>
            <a:ext cx="1110615" cy="3238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Conector recto 9"/>
          <p:cNvCxnSpPr/>
          <p:nvPr/>
        </p:nvCxnSpPr>
        <p:spPr>
          <a:xfrm>
            <a:off x="5332095" y="2955290"/>
            <a:ext cx="1636395" cy="635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Cuadro de texto 10"/>
          <p:cNvSpPr txBox="1"/>
          <p:nvPr/>
        </p:nvSpPr>
        <p:spPr>
          <a:xfrm>
            <a:off x="252095" y="5289550"/>
            <a:ext cx="11082655" cy="18148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/>
              <a:t>Como se creó </a:t>
            </a:r>
            <a:r>
              <a:rPr sz="1600"/>
              <a:t>una tabla temporal (CREATE TEMPORARY TABLE), la consulta</a:t>
            </a:r>
            <a:r>
              <a:rPr lang="es-MX" sz="1600"/>
              <a:t> es </a:t>
            </a:r>
            <a:r>
              <a:rPr sz="1600"/>
              <a:t>igual que una tabla física pero solo dentro de la sesión actual</a:t>
            </a:r>
            <a:endParaRPr sz="1600"/>
          </a:p>
          <a:p>
            <a:endParaRPr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MX" sz="1600"/>
              <a:t>Cuando cierras la sesi</a:t>
            </a:r>
            <a:r>
              <a:rPr lang="en-US" altLang="en-US" sz="1600"/>
              <a:t>ó</a:t>
            </a:r>
            <a:r>
              <a:rPr lang="en-US" altLang="es-MX" sz="1600"/>
              <a:t>n o conexi</a:t>
            </a:r>
            <a:r>
              <a:rPr lang="en-US" altLang="en-US" sz="1600"/>
              <a:t>ó</a:t>
            </a:r>
            <a:r>
              <a:rPr lang="en-US" altLang="es-MX" sz="1600"/>
              <a:t>n, esta tabla desaparece.</a:t>
            </a:r>
            <a:endParaRPr lang="en-US" altLang="es-MX" sz="1600"/>
          </a:p>
          <a:p>
            <a:endParaRPr lang="en-US" altLang="es-MX" sz="1600"/>
          </a:p>
          <a:p>
            <a:endParaRPr lang="en-US" altLang="es-MX" sz="1600"/>
          </a:p>
          <a:p>
            <a:r>
              <a:rPr lang="es-MX" sz="1600"/>
              <a:t> </a:t>
            </a:r>
            <a:endParaRPr lang="es-MX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rcador de posición de texto 1"/>
          <p:cNvSpPr>
            <a:spLocks noGrp="1"/>
          </p:cNvSpPr>
          <p:nvPr>
            <p:ph type="body" sz="quarter" idx="10"/>
          </p:nvPr>
        </p:nvSpPr>
        <p:spPr>
          <a:xfrm>
            <a:off x="309559" y="339509"/>
            <a:ext cx="11573197" cy="724247"/>
          </a:xfrm>
        </p:spPr>
        <p:txBody>
          <a:bodyPr/>
          <a:p>
            <a:r>
              <a:rPr lang="es-MX" altLang="en-US"/>
              <a:t>Tener en cuenta</a:t>
            </a:r>
            <a:endParaRPr lang="es-MX" altLang="en-US"/>
          </a:p>
        </p:txBody>
      </p:sp>
      <p:graphicFrame>
        <p:nvGraphicFramePr>
          <p:cNvPr id="3" name="Tabla 2"/>
          <p:cNvGraphicFramePr/>
          <p:nvPr/>
        </p:nvGraphicFramePr>
        <p:xfrm>
          <a:off x="853440" y="4565650"/>
          <a:ext cx="10762615" cy="182880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825750"/>
                <a:gridCol w="3201035"/>
                <a:gridCol w="4735830"/>
              </a:tblGrid>
              <a:tr h="0">
                <a:tc>
                  <a:txBody>
                    <a:bodyPr/>
                    <a:p>
                      <a:pPr algn="ctr"/>
                      <a:r>
                        <a:rPr sz="24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Tipo</a:t>
                      </a:r>
                      <a:endParaRPr sz="24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0" marR="0" marT="0" marB="0" anchor="ctr" anchorCtr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4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¿Se almacena?</a:t>
                      </a:r>
                      <a:endParaRPr sz="24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0" marR="0" marT="0" marB="0" anchor="ctr" anchorCtr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4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¿Duración?</a:t>
                      </a:r>
                      <a:endParaRPr sz="24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0" marR="0" marT="0" marB="0" anchor="ctr" anchorCtr="0">
                    <a:solidFill>
                      <a:schemeClr val="accent1"/>
                    </a:solidFill>
                  </a:tcPr>
                </a:tc>
              </a:tr>
              <a:tr h="125730">
                <a:tc>
                  <a:txBody>
                    <a:bodyPr/>
                    <a:p>
                      <a:r>
                        <a:rPr sz="2400"/>
                        <a:t>Tabla derivada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400"/>
                        <a:t>No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400"/>
                        <a:t>Solo mientras dura la consulta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sz="2400"/>
                        <a:t>Tabla física</a:t>
                      </a:r>
                      <a:endParaRPr sz="2400"/>
                    </a:p>
                  </a:txBody>
                  <a:tcPr marL="0" marR="0" marT="0" marB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Sí</a:t>
                      </a:r>
                      <a:endParaRPr sz="2400"/>
                    </a:p>
                  </a:txBody>
                  <a:tcPr marL="0" marR="0" marT="0" marB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400"/>
                        <a:t>Permanente</a:t>
                      </a:r>
                      <a:endParaRPr sz="2400"/>
                    </a:p>
                  </a:txBody>
                  <a:tcPr marL="0" marR="0" marT="0" marB="0"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/>
                        <a:t>Vista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400"/>
                        <a:t>No (solo consulta)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400"/>
                        <a:t>Permanente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sz="2400"/>
                        <a:t>Tabla temporal</a:t>
                      </a:r>
                      <a:endParaRPr sz="2400"/>
                    </a:p>
                  </a:txBody>
                  <a:tcPr marL="0" marR="0" marT="0" marB="0"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Sí (temporal)</a:t>
                      </a:r>
                      <a:endParaRPr sz="2400"/>
                    </a:p>
                  </a:txBody>
                  <a:tcPr marL="0" marR="0" marT="0" marB="0"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400"/>
                        <a:t>Solo durante la sesión</a:t>
                      </a:r>
                      <a:endParaRPr sz="2400"/>
                    </a:p>
                  </a:txBody>
                  <a:tcPr marL="0" marR="0" marT="0" marB="0"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37" name="Group 293"/>
          <p:cNvGrpSpPr/>
          <p:nvPr/>
        </p:nvGrpSpPr>
        <p:grpSpPr>
          <a:xfrm>
            <a:off x="4070127" y="2016456"/>
            <a:ext cx="2717471" cy="1806485"/>
            <a:chOff x="6917382" y="4652701"/>
            <a:chExt cx="2983072" cy="1983048"/>
          </a:xfrm>
        </p:grpSpPr>
        <p:sp>
          <p:nvSpPr>
            <p:cNvPr id="38" name="Freeform: Shape 294"/>
            <p:cNvSpPr/>
            <p:nvPr/>
          </p:nvSpPr>
          <p:spPr>
            <a:xfrm>
              <a:off x="6917382" y="4652701"/>
              <a:ext cx="2983072" cy="1983048"/>
            </a:xfrm>
            <a:custGeom>
              <a:avLst/>
              <a:gdLst>
                <a:gd name="connsiteX0" fmla="*/ 2977241 w 2983072"/>
                <a:gd name="connsiteY0" fmla="*/ 1404120 h 1983048"/>
                <a:gd name="connsiteX1" fmla="*/ 1664038 w 2983072"/>
                <a:gd name="connsiteY1" fmla="*/ 1312116 h 1983048"/>
                <a:gd name="connsiteX2" fmla="*/ 1634323 w 2983072"/>
                <a:gd name="connsiteY2" fmla="*/ 1288114 h 1983048"/>
                <a:gd name="connsiteX3" fmla="*/ 1230305 w 2983072"/>
                <a:gd name="connsiteY3" fmla="*/ 69774 h 1983048"/>
                <a:gd name="connsiteX4" fmla="*/ 1130872 w 2983072"/>
                <a:gd name="connsiteY4" fmla="*/ 56 h 1983048"/>
                <a:gd name="connsiteX5" fmla="*/ 68538 w 2983072"/>
                <a:gd name="connsiteY5" fmla="*/ 15486 h 1983048"/>
                <a:gd name="connsiteX6" fmla="*/ 1678 w 2983072"/>
                <a:gd name="connsiteY6" fmla="*/ 98918 h 1983048"/>
                <a:gd name="connsiteX7" fmla="*/ 437126 w 2983072"/>
                <a:gd name="connsiteY7" fmla="*/ 1469265 h 1983048"/>
                <a:gd name="connsiteX8" fmla="*/ 531416 w 2983072"/>
                <a:gd name="connsiteY8" fmla="*/ 1703562 h 1983048"/>
                <a:gd name="connsiteX9" fmla="*/ 478271 w 2983072"/>
                <a:gd name="connsiteY9" fmla="*/ 1825853 h 1983048"/>
                <a:gd name="connsiteX10" fmla="*/ 554274 w 2983072"/>
                <a:gd name="connsiteY10" fmla="*/ 1888141 h 1983048"/>
                <a:gd name="connsiteX11" fmla="*/ 2109201 w 2983072"/>
                <a:gd name="connsiteY11" fmla="*/ 1983003 h 1983048"/>
                <a:gd name="connsiteX12" fmla="*/ 2322354 w 2983072"/>
                <a:gd name="connsiteY12" fmla="*/ 1912714 h 1983048"/>
                <a:gd name="connsiteX13" fmla="*/ 2959525 w 2983072"/>
                <a:gd name="connsiteY13" fmla="*/ 1470408 h 1983048"/>
                <a:gd name="connsiteX14" fmla="*/ 2977241 w 2983072"/>
                <a:gd name="connsiteY14" fmla="*/ 1404120 h 1983048"/>
                <a:gd name="connsiteX15" fmla="*/ 2977241 w 2983072"/>
                <a:gd name="connsiteY15" fmla="*/ 1404120 h 1983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3072" h="1983048">
                  <a:moveTo>
                    <a:pt x="2977241" y="1404120"/>
                  </a:moveTo>
                  <a:cubicBezTo>
                    <a:pt x="2934953" y="1378976"/>
                    <a:pt x="1826903" y="1330402"/>
                    <a:pt x="1664038" y="1312116"/>
                  </a:cubicBezTo>
                  <a:cubicBezTo>
                    <a:pt x="1645752" y="1310401"/>
                    <a:pt x="1638895" y="1303544"/>
                    <a:pt x="1634323" y="1288114"/>
                  </a:cubicBezTo>
                  <a:cubicBezTo>
                    <a:pt x="1595464" y="1168680"/>
                    <a:pt x="1325737" y="356644"/>
                    <a:pt x="1230305" y="69774"/>
                  </a:cubicBezTo>
                  <a:cubicBezTo>
                    <a:pt x="1212018" y="14914"/>
                    <a:pt x="1189160" y="-1087"/>
                    <a:pt x="1130872" y="56"/>
                  </a:cubicBezTo>
                  <a:cubicBezTo>
                    <a:pt x="1060011" y="1199"/>
                    <a:pt x="140541" y="14914"/>
                    <a:pt x="68538" y="15486"/>
                  </a:cubicBezTo>
                  <a:cubicBezTo>
                    <a:pt x="17678" y="16057"/>
                    <a:pt x="-6894" y="48059"/>
                    <a:pt x="1678" y="98918"/>
                  </a:cubicBezTo>
                  <a:cubicBezTo>
                    <a:pt x="6249" y="125776"/>
                    <a:pt x="422840" y="1433835"/>
                    <a:pt x="437126" y="1469265"/>
                  </a:cubicBezTo>
                  <a:cubicBezTo>
                    <a:pt x="467413" y="1548126"/>
                    <a:pt x="471413" y="1637273"/>
                    <a:pt x="531416" y="1703562"/>
                  </a:cubicBezTo>
                  <a:cubicBezTo>
                    <a:pt x="458270" y="1744707"/>
                    <a:pt x="455413" y="1751564"/>
                    <a:pt x="478271" y="1825853"/>
                  </a:cubicBezTo>
                  <a:cubicBezTo>
                    <a:pt x="489700" y="1863569"/>
                    <a:pt x="514272" y="1885284"/>
                    <a:pt x="554274" y="1888141"/>
                  </a:cubicBezTo>
                  <a:cubicBezTo>
                    <a:pt x="729711" y="1900713"/>
                    <a:pt x="1952051" y="1985289"/>
                    <a:pt x="2109201" y="1983003"/>
                  </a:cubicBezTo>
                  <a:cubicBezTo>
                    <a:pt x="2188062" y="1981288"/>
                    <a:pt x="2226350" y="1983574"/>
                    <a:pt x="2322354" y="1912714"/>
                  </a:cubicBezTo>
                  <a:cubicBezTo>
                    <a:pt x="2388643" y="1865283"/>
                    <a:pt x="2905809" y="1512125"/>
                    <a:pt x="2959525" y="1470408"/>
                  </a:cubicBezTo>
                  <a:cubicBezTo>
                    <a:pt x="2984670" y="1449836"/>
                    <a:pt x="2988098" y="1430978"/>
                    <a:pt x="2977241" y="1404120"/>
                  </a:cubicBezTo>
                  <a:lnTo>
                    <a:pt x="2977241" y="1404120"/>
                  </a:lnTo>
                  <a:close/>
                </a:path>
              </a:pathLst>
            </a:custGeom>
            <a:solidFill>
              <a:srgbClr val="484848"/>
            </a:solidFill>
            <a:ln w="5709" cap="flat">
              <a:noFill/>
              <a:prstDash val="solid"/>
              <a:miter/>
            </a:ln>
          </p:spPr>
          <p:txBody>
            <a:bodyPr rtlCol="0" anchor="ctr"/>
            <a:p>
              <a:endParaRPr lang="en-US"/>
            </a:p>
          </p:txBody>
        </p:sp>
        <p:sp>
          <p:nvSpPr>
            <p:cNvPr id="39" name="Freeform: Shape 295"/>
            <p:cNvSpPr/>
            <p:nvPr/>
          </p:nvSpPr>
          <p:spPr>
            <a:xfrm>
              <a:off x="7049409" y="4778370"/>
              <a:ext cx="1445617" cy="1416648"/>
            </a:xfrm>
            <a:custGeom>
              <a:avLst/>
              <a:gdLst>
                <a:gd name="connsiteX0" fmla="*/ 1442293 w 1445617"/>
                <a:gd name="connsiteY0" fmla="*/ 1036725 h 1416648"/>
                <a:gd name="connsiteX1" fmla="*/ 1349718 w 1445617"/>
                <a:gd name="connsiteY1" fmla="*/ 770427 h 1416648"/>
                <a:gd name="connsiteX2" fmla="*/ 1094277 w 1445617"/>
                <a:gd name="connsiteY2" fmla="*/ 25251 h 1416648"/>
                <a:gd name="connsiteX3" fmla="*/ 1059419 w 1445617"/>
                <a:gd name="connsiteY3" fmla="*/ 107 h 1416648"/>
                <a:gd name="connsiteX4" fmla="*/ 62802 w 1445617"/>
                <a:gd name="connsiteY4" fmla="*/ 41251 h 1416648"/>
                <a:gd name="connsiteX5" fmla="*/ 13086 w 1445617"/>
                <a:gd name="connsiteY5" fmla="*/ 109255 h 1416648"/>
                <a:gd name="connsiteX6" fmla="*/ 166807 w 1445617"/>
                <a:gd name="connsiteY6" fmla="*/ 575561 h 1416648"/>
                <a:gd name="connsiteX7" fmla="*/ 430247 w 1445617"/>
                <a:gd name="connsiteY7" fmla="*/ 1385312 h 1416648"/>
                <a:gd name="connsiteX8" fmla="*/ 478250 w 1445617"/>
                <a:gd name="connsiteY8" fmla="*/ 1408742 h 1416648"/>
                <a:gd name="connsiteX9" fmla="*/ 1106278 w 1445617"/>
                <a:gd name="connsiteY9" fmla="*/ 1184160 h 1416648"/>
                <a:gd name="connsiteX10" fmla="*/ 1245141 w 1445617"/>
                <a:gd name="connsiteY10" fmla="*/ 1132729 h 1416648"/>
                <a:gd name="connsiteX11" fmla="*/ 1245141 w 1445617"/>
                <a:gd name="connsiteY11" fmla="*/ 1132729 h 1416648"/>
                <a:gd name="connsiteX12" fmla="*/ 1245141 w 1445617"/>
                <a:gd name="connsiteY12" fmla="*/ 1132729 h 1416648"/>
                <a:gd name="connsiteX13" fmla="*/ 1424007 w 1445617"/>
                <a:gd name="connsiteY13" fmla="*/ 1071012 h 1416648"/>
                <a:gd name="connsiteX14" fmla="*/ 1442293 w 1445617"/>
                <a:gd name="connsiteY14" fmla="*/ 1036725 h 1416648"/>
                <a:gd name="connsiteX15" fmla="*/ 1442293 w 1445617"/>
                <a:gd name="connsiteY15" fmla="*/ 1036725 h 1416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45617" h="1416648">
                  <a:moveTo>
                    <a:pt x="1442293" y="1036725"/>
                  </a:moveTo>
                  <a:cubicBezTo>
                    <a:pt x="1410292" y="948150"/>
                    <a:pt x="1380005" y="859003"/>
                    <a:pt x="1349718" y="770427"/>
                  </a:cubicBezTo>
                  <a:cubicBezTo>
                    <a:pt x="1263999" y="521845"/>
                    <a:pt x="1178853" y="273833"/>
                    <a:pt x="1094277" y="25251"/>
                  </a:cubicBezTo>
                  <a:cubicBezTo>
                    <a:pt x="1087991" y="6964"/>
                    <a:pt x="1080563" y="-1036"/>
                    <a:pt x="1059419" y="107"/>
                  </a:cubicBezTo>
                  <a:cubicBezTo>
                    <a:pt x="1013131" y="2964"/>
                    <a:pt x="181093" y="35537"/>
                    <a:pt x="62802" y="41251"/>
                  </a:cubicBezTo>
                  <a:cubicBezTo>
                    <a:pt x="-9201" y="44680"/>
                    <a:pt x="-9201" y="41823"/>
                    <a:pt x="13086" y="109255"/>
                  </a:cubicBezTo>
                  <a:cubicBezTo>
                    <a:pt x="64517" y="264690"/>
                    <a:pt x="115948" y="420126"/>
                    <a:pt x="166807" y="575561"/>
                  </a:cubicBezTo>
                  <a:cubicBezTo>
                    <a:pt x="254811" y="845288"/>
                    <a:pt x="342243" y="1115586"/>
                    <a:pt x="430247" y="1385312"/>
                  </a:cubicBezTo>
                  <a:cubicBezTo>
                    <a:pt x="442248" y="1422457"/>
                    <a:pt x="442819" y="1421314"/>
                    <a:pt x="478250" y="1408742"/>
                  </a:cubicBezTo>
                  <a:cubicBezTo>
                    <a:pt x="687973" y="1333881"/>
                    <a:pt x="897126" y="1259592"/>
                    <a:pt x="1106278" y="1184160"/>
                  </a:cubicBezTo>
                  <a:cubicBezTo>
                    <a:pt x="1152566" y="1167588"/>
                    <a:pt x="1201139" y="1155016"/>
                    <a:pt x="1245141" y="1132729"/>
                  </a:cubicBezTo>
                  <a:lnTo>
                    <a:pt x="1245141" y="1132729"/>
                  </a:lnTo>
                  <a:lnTo>
                    <a:pt x="1245141" y="1132729"/>
                  </a:lnTo>
                  <a:cubicBezTo>
                    <a:pt x="1304573" y="1112157"/>
                    <a:pt x="1364004" y="1090442"/>
                    <a:pt x="1424007" y="1071012"/>
                  </a:cubicBezTo>
                  <a:cubicBezTo>
                    <a:pt x="1445150" y="1065298"/>
                    <a:pt x="1449722" y="1057869"/>
                    <a:pt x="1442293" y="1036725"/>
                  </a:cubicBezTo>
                  <a:lnTo>
                    <a:pt x="1442293" y="1036725"/>
                  </a:lnTo>
                  <a:close/>
                </a:path>
              </a:pathLst>
            </a:custGeom>
            <a:solidFill>
              <a:schemeClr val="accent1"/>
            </a:solidFill>
            <a:ln w="5709" cap="flat">
              <a:noFill/>
              <a:prstDash val="solid"/>
              <a:miter/>
            </a:ln>
          </p:spPr>
          <p:txBody>
            <a:bodyPr rtlCol="0" anchor="ctr"/>
            <a:p>
              <a:endParaRPr lang="en-US"/>
            </a:p>
          </p:txBody>
        </p:sp>
        <p:sp>
          <p:nvSpPr>
            <p:cNvPr id="40" name="Freeform: Shape 296"/>
            <p:cNvSpPr/>
            <p:nvPr/>
          </p:nvSpPr>
          <p:spPr>
            <a:xfrm>
              <a:off x="7048837" y="4800764"/>
              <a:ext cx="1251998" cy="1394255"/>
            </a:xfrm>
            <a:custGeom>
              <a:avLst/>
              <a:gdLst>
                <a:gd name="connsiteX0" fmla="*/ 1251999 w 1251998"/>
                <a:gd name="connsiteY0" fmla="*/ 1108050 h 1394255"/>
                <a:gd name="connsiteX1" fmla="*/ 413104 w 1251998"/>
                <a:gd name="connsiteY1" fmla="*/ 0 h 1394255"/>
                <a:gd name="connsiteX2" fmla="*/ 62802 w 1251998"/>
                <a:gd name="connsiteY2" fmla="*/ 16001 h 1394255"/>
                <a:gd name="connsiteX3" fmla="*/ 13086 w 1251998"/>
                <a:gd name="connsiteY3" fmla="*/ 84575 h 1394255"/>
                <a:gd name="connsiteX4" fmla="*/ 166807 w 1251998"/>
                <a:gd name="connsiteY4" fmla="*/ 551453 h 1394255"/>
                <a:gd name="connsiteX5" fmla="*/ 429676 w 1251998"/>
                <a:gd name="connsiteY5" fmla="*/ 1362919 h 1394255"/>
                <a:gd name="connsiteX6" fmla="*/ 477678 w 1251998"/>
                <a:gd name="connsiteY6" fmla="*/ 1386348 h 1394255"/>
                <a:gd name="connsiteX7" fmla="*/ 1105706 w 1251998"/>
                <a:gd name="connsiteY7" fmla="*/ 1161195 h 1394255"/>
                <a:gd name="connsiteX8" fmla="*/ 1244570 w 1251998"/>
                <a:gd name="connsiteY8" fmla="*/ 1109764 h 1394255"/>
                <a:gd name="connsiteX9" fmla="*/ 1244570 w 1251998"/>
                <a:gd name="connsiteY9" fmla="*/ 1109764 h 1394255"/>
                <a:gd name="connsiteX10" fmla="*/ 1244570 w 1251998"/>
                <a:gd name="connsiteY10" fmla="*/ 1109764 h 1394255"/>
                <a:gd name="connsiteX11" fmla="*/ 1251999 w 1251998"/>
                <a:gd name="connsiteY11" fmla="*/ 1108050 h 1394255"/>
                <a:gd name="connsiteX12" fmla="*/ 1251999 w 1251998"/>
                <a:gd name="connsiteY12" fmla="*/ 1108050 h 139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1998" h="1394255">
                  <a:moveTo>
                    <a:pt x="1251999" y="1108050"/>
                  </a:moveTo>
                  <a:lnTo>
                    <a:pt x="413104" y="0"/>
                  </a:lnTo>
                  <a:cubicBezTo>
                    <a:pt x="296527" y="10858"/>
                    <a:pt x="179379" y="10286"/>
                    <a:pt x="62802" y="16001"/>
                  </a:cubicBezTo>
                  <a:cubicBezTo>
                    <a:pt x="-9201" y="19429"/>
                    <a:pt x="-9201" y="16572"/>
                    <a:pt x="13086" y="84575"/>
                  </a:cubicBezTo>
                  <a:cubicBezTo>
                    <a:pt x="64517" y="240011"/>
                    <a:pt x="115948" y="396018"/>
                    <a:pt x="166807" y="551453"/>
                  </a:cubicBezTo>
                  <a:cubicBezTo>
                    <a:pt x="254811" y="821751"/>
                    <a:pt x="342243" y="1092049"/>
                    <a:pt x="429676" y="1362919"/>
                  </a:cubicBezTo>
                  <a:cubicBezTo>
                    <a:pt x="441677" y="1400063"/>
                    <a:pt x="442248" y="1398920"/>
                    <a:pt x="477678" y="1386348"/>
                  </a:cubicBezTo>
                  <a:cubicBezTo>
                    <a:pt x="686830" y="1311488"/>
                    <a:pt x="896554" y="1237199"/>
                    <a:pt x="1105706" y="1161195"/>
                  </a:cubicBezTo>
                  <a:cubicBezTo>
                    <a:pt x="1151994" y="1144623"/>
                    <a:pt x="1200568" y="1132051"/>
                    <a:pt x="1244570" y="1109764"/>
                  </a:cubicBezTo>
                  <a:lnTo>
                    <a:pt x="1244570" y="1109764"/>
                  </a:lnTo>
                  <a:lnTo>
                    <a:pt x="1244570" y="1109764"/>
                  </a:lnTo>
                  <a:cubicBezTo>
                    <a:pt x="1247427" y="1109764"/>
                    <a:pt x="1249713" y="1108621"/>
                    <a:pt x="1251999" y="1108050"/>
                  </a:cubicBezTo>
                  <a:lnTo>
                    <a:pt x="1251999" y="110805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5709" cap="flat">
              <a:noFill/>
              <a:prstDash val="solid"/>
              <a:miter/>
            </a:ln>
          </p:spPr>
          <p:txBody>
            <a:bodyPr rtlCol="0" anchor="ctr"/>
            <a:p>
              <a:endParaRPr lang="en-US"/>
            </a:p>
          </p:txBody>
        </p:sp>
        <p:sp>
          <p:nvSpPr>
            <p:cNvPr id="41" name="Freeform: Shape 297"/>
            <p:cNvSpPr/>
            <p:nvPr/>
          </p:nvSpPr>
          <p:spPr>
            <a:xfrm>
              <a:off x="7409336" y="6400982"/>
              <a:ext cx="1760252" cy="217078"/>
            </a:xfrm>
            <a:custGeom>
              <a:avLst/>
              <a:gdLst>
                <a:gd name="connsiteX0" fmla="*/ 1634963 w 1760252"/>
                <a:gd name="connsiteY0" fmla="*/ 216435 h 217078"/>
                <a:gd name="connsiteX1" fmla="*/ 84035 w 1760252"/>
                <a:gd name="connsiteY1" fmla="*/ 121574 h 217078"/>
                <a:gd name="connsiteX2" fmla="*/ 603 w 1760252"/>
                <a:gd name="connsiteY2" fmla="*/ 29570 h 217078"/>
                <a:gd name="connsiteX3" fmla="*/ 37748 w 1760252"/>
                <a:gd name="connsiteY3" fmla="*/ 997 h 217078"/>
                <a:gd name="connsiteX4" fmla="*/ 1735539 w 1760252"/>
                <a:gd name="connsiteY4" fmla="*/ 162718 h 217078"/>
                <a:gd name="connsiteX5" fmla="*/ 1760111 w 1760252"/>
                <a:gd name="connsiteY5" fmla="*/ 178719 h 217078"/>
                <a:gd name="connsiteX6" fmla="*/ 1737824 w 1760252"/>
                <a:gd name="connsiteY6" fmla="*/ 197577 h 217078"/>
                <a:gd name="connsiteX7" fmla="*/ 1634963 w 1760252"/>
                <a:gd name="connsiteY7" fmla="*/ 216435 h 217078"/>
                <a:gd name="connsiteX8" fmla="*/ 1634963 w 1760252"/>
                <a:gd name="connsiteY8" fmla="*/ 216435 h 21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0252" h="217078">
                  <a:moveTo>
                    <a:pt x="1634963" y="216435"/>
                  </a:moveTo>
                  <a:cubicBezTo>
                    <a:pt x="1518386" y="208435"/>
                    <a:pt x="207470" y="130145"/>
                    <a:pt x="84035" y="121574"/>
                  </a:cubicBezTo>
                  <a:cubicBezTo>
                    <a:pt x="30319" y="118145"/>
                    <a:pt x="-5111" y="77572"/>
                    <a:pt x="603" y="29570"/>
                  </a:cubicBezTo>
                  <a:cubicBezTo>
                    <a:pt x="3460" y="7854"/>
                    <a:pt x="13175" y="-3575"/>
                    <a:pt x="37748" y="997"/>
                  </a:cubicBezTo>
                  <a:cubicBezTo>
                    <a:pt x="112608" y="13569"/>
                    <a:pt x="1641820" y="147289"/>
                    <a:pt x="1735539" y="162718"/>
                  </a:cubicBezTo>
                  <a:cubicBezTo>
                    <a:pt x="1746968" y="164433"/>
                    <a:pt x="1758397" y="167290"/>
                    <a:pt x="1760111" y="178719"/>
                  </a:cubicBezTo>
                  <a:cubicBezTo>
                    <a:pt x="1761825" y="192434"/>
                    <a:pt x="1747539" y="194148"/>
                    <a:pt x="1737824" y="197577"/>
                  </a:cubicBezTo>
                  <a:cubicBezTo>
                    <a:pt x="1704109" y="209006"/>
                    <a:pt x="1670964" y="219864"/>
                    <a:pt x="1634963" y="216435"/>
                  </a:cubicBezTo>
                  <a:lnTo>
                    <a:pt x="1634963" y="216435"/>
                  </a:lnTo>
                  <a:close/>
                </a:path>
              </a:pathLst>
            </a:custGeom>
            <a:solidFill>
              <a:srgbClr val="6F6F6F"/>
            </a:solidFill>
            <a:ln w="5709" cap="flat">
              <a:noFill/>
              <a:prstDash val="solid"/>
              <a:miter/>
            </a:ln>
          </p:spPr>
          <p:txBody>
            <a:bodyPr rtlCol="0" anchor="ctr"/>
            <a:p>
              <a:endParaRPr lang="en-US"/>
            </a:p>
          </p:txBody>
        </p:sp>
        <p:sp>
          <p:nvSpPr>
            <p:cNvPr id="42" name="Freeform: Shape 298"/>
            <p:cNvSpPr/>
            <p:nvPr/>
          </p:nvSpPr>
          <p:spPr>
            <a:xfrm>
              <a:off x="6952507" y="4726584"/>
              <a:ext cx="531234" cy="1611633"/>
            </a:xfrm>
            <a:custGeom>
              <a:avLst/>
              <a:gdLst>
                <a:gd name="connsiteX0" fmla="*/ 531149 w 531234"/>
                <a:gd name="connsiteY0" fmla="*/ 1599963 h 1611633"/>
                <a:gd name="connsiteX1" fmla="*/ 524291 w 531234"/>
                <a:gd name="connsiteY1" fmla="*/ 1610821 h 1611633"/>
                <a:gd name="connsiteX2" fmla="*/ 511719 w 531234"/>
                <a:gd name="connsiteY2" fmla="*/ 1606249 h 1611633"/>
                <a:gd name="connsiteX3" fmla="*/ 500290 w 531234"/>
                <a:gd name="connsiteY3" fmla="*/ 1573105 h 1611633"/>
                <a:gd name="connsiteX4" fmla="*/ 294567 w 531234"/>
                <a:gd name="connsiteY4" fmla="*/ 933648 h 1611633"/>
                <a:gd name="connsiteX5" fmla="*/ 8840 w 531234"/>
                <a:gd name="connsiteY5" fmla="*/ 36464 h 1611633"/>
                <a:gd name="connsiteX6" fmla="*/ 8268 w 531234"/>
                <a:gd name="connsiteY6" fmla="*/ 1034 h 1611633"/>
                <a:gd name="connsiteX7" fmla="*/ 28269 w 531234"/>
                <a:gd name="connsiteY7" fmla="*/ 29035 h 1611633"/>
                <a:gd name="connsiteX8" fmla="*/ 288281 w 531234"/>
                <a:gd name="connsiteY8" fmla="*/ 843358 h 1611633"/>
                <a:gd name="connsiteX9" fmla="*/ 524863 w 531234"/>
                <a:gd name="connsiteY9" fmla="*/ 1579962 h 1611633"/>
                <a:gd name="connsiteX10" fmla="*/ 531149 w 531234"/>
                <a:gd name="connsiteY10" fmla="*/ 1599963 h 1611633"/>
                <a:gd name="connsiteX11" fmla="*/ 531149 w 531234"/>
                <a:gd name="connsiteY11" fmla="*/ 1599963 h 161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1234" h="1611633">
                  <a:moveTo>
                    <a:pt x="531149" y="1599963"/>
                  </a:moveTo>
                  <a:cubicBezTo>
                    <a:pt x="531720" y="1604535"/>
                    <a:pt x="529434" y="1608535"/>
                    <a:pt x="524291" y="1610821"/>
                  </a:cubicBezTo>
                  <a:cubicBezTo>
                    <a:pt x="518577" y="1613107"/>
                    <a:pt x="514005" y="1610249"/>
                    <a:pt x="511719" y="1606249"/>
                  </a:cubicBezTo>
                  <a:cubicBezTo>
                    <a:pt x="507148" y="1595392"/>
                    <a:pt x="503719" y="1584534"/>
                    <a:pt x="500290" y="1573105"/>
                  </a:cubicBezTo>
                  <a:cubicBezTo>
                    <a:pt x="431716" y="1359953"/>
                    <a:pt x="363141" y="1146800"/>
                    <a:pt x="294567" y="933648"/>
                  </a:cubicBezTo>
                  <a:cubicBezTo>
                    <a:pt x="199134" y="634777"/>
                    <a:pt x="103701" y="335335"/>
                    <a:pt x="8840" y="36464"/>
                  </a:cubicBezTo>
                  <a:cubicBezTo>
                    <a:pt x="5411" y="25607"/>
                    <a:pt x="-8876" y="6749"/>
                    <a:pt x="8268" y="1034"/>
                  </a:cubicBezTo>
                  <a:cubicBezTo>
                    <a:pt x="27126" y="-5252"/>
                    <a:pt x="24840" y="18749"/>
                    <a:pt x="28269" y="29035"/>
                  </a:cubicBezTo>
                  <a:cubicBezTo>
                    <a:pt x="115702" y="299905"/>
                    <a:pt x="201420" y="571917"/>
                    <a:pt x="288281" y="843358"/>
                  </a:cubicBezTo>
                  <a:cubicBezTo>
                    <a:pt x="366570" y="1089083"/>
                    <a:pt x="446002" y="1334237"/>
                    <a:pt x="524863" y="1579962"/>
                  </a:cubicBezTo>
                  <a:cubicBezTo>
                    <a:pt x="526577" y="1585677"/>
                    <a:pt x="528292" y="1592535"/>
                    <a:pt x="531149" y="1599963"/>
                  </a:cubicBezTo>
                  <a:lnTo>
                    <a:pt x="531149" y="1599963"/>
                  </a:lnTo>
                  <a:close/>
                </a:path>
              </a:pathLst>
            </a:custGeom>
            <a:solidFill>
              <a:srgbClr val="909090"/>
            </a:solidFill>
            <a:ln w="5709" cap="flat">
              <a:noFill/>
              <a:prstDash val="solid"/>
              <a:miter/>
            </a:ln>
          </p:spPr>
          <p:txBody>
            <a:bodyPr rtlCol="0" anchor="ctr"/>
            <a:p>
              <a:endParaRPr lang="en-US"/>
            </a:p>
          </p:txBody>
        </p:sp>
        <p:sp>
          <p:nvSpPr>
            <p:cNvPr id="43" name="Freeform: Shape 299"/>
            <p:cNvSpPr/>
            <p:nvPr/>
          </p:nvSpPr>
          <p:spPr>
            <a:xfrm>
              <a:off x="7729130" y="6057561"/>
              <a:ext cx="662402" cy="280414"/>
            </a:xfrm>
            <a:custGeom>
              <a:avLst/>
              <a:gdLst>
                <a:gd name="connsiteX0" fmla="*/ 13395 w 662402"/>
                <a:gd name="connsiteY0" fmla="*/ 280415 h 280414"/>
                <a:gd name="connsiteX1" fmla="*/ 251 w 662402"/>
                <a:gd name="connsiteY1" fmla="*/ 273557 h 280414"/>
                <a:gd name="connsiteX2" fmla="*/ 11109 w 662402"/>
                <a:gd name="connsiteY2" fmla="*/ 259271 h 280414"/>
                <a:gd name="connsiteX3" fmla="*/ 628280 w 662402"/>
                <a:gd name="connsiteY3" fmla="*/ 10117 h 280414"/>
                <a:gd name="connsiteX4" fmla="*/ 660853 w 662402"/>
                <a:gd name="connsiteY4" fmla="*/ 7260 h 280414"/>
                <a:gd name="connsiteX5" fmla="*/ 636852 w 662402"/>
                <a:gd name="connsiteY5" fmla="*/ 28975 h 280414"/>
                <a:gd name="connsiteX6" fmla="*/ 13395 w 662402"/>
                <a:gd name="connsiteY6" fmla="*/ 280415 h 280414"/>
                <a:gd name="connsiteX7" fmla="*/ 13395 w 662402"/>
                <a:gd name="connsiteY7" fmla="*/ 280415 h 28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402" h="280414">
                  <a:moveTo>
                    <a:pt x="13395" y="280415"/>
                  </a:moveTo>
                  <a:cubicBezTo>
                    <a:pt x="6537" y="280415"/>
                    <a:pt x="1394" y="279844"/>
                    <a:pt x="251" y="273557"/>
                  </a:cubicBezTo>
                  <a:cubicBezTo>
                    <a:pt x="-1463" y="264414"/>
                    <a:pt x="5966" y="261557"/>
                    <a:pt x="11109" y="259271"/>
                  </a:cubicBezTo>
                  <a:cubicBezTo>
                    <a:pt x="48825" y="243270"/>
                    <a:pt x="460272" y="77549"/>
                    <a:pt x="628280" y="10117"/>
                  </a:cubicBezTo>
                  <a:cubicBezTo>
                    <a:pt x="638566" y="6117"/>
                    <a:pt x="653995" y="-8741"/>
                    <a:pt x="660853" y="7260"/>
                  </a:cubicBezTo>
                  <a:cubicBezTo>
                    <a:pt x="668282" y="23832"/>
                    <a:pt x="647138" y="24403"/>
                    <a:pt x="636852" y="28975"/>
                  </a:cubicBezTo>
                  <a:cubicBezTo>
                    <a:pt x="435700" y="111265"/>
                    <a:pt x="18538" y="278701"/>
                    <a:pt x="13395" y="280415"/>
                  </a:cubicBezTo>
                  <a:lnTo>
                    <a:pt x="13395" y="280415"/>
                  </a:lnTo>
                  <a:close/>
                </a:path>
              </a:pathLst>
            </a:custGeom>
            <a:solidFill>
              <a:srgbClr val="908F90"/>
            </a:solidFill>
            <a:ln w="5709" cap="flat">
              <a:noFill/>
              <a:prstDash val="solid"/>
              <a:miter/>
            </a:ln>
          </p:spPr>
          <p:txBody>
            <a:bodyPr rtlCol="0" anchor="ctr"/>
            <a:p>
              <a:endParaRPr lang="en-US"/>
            </a:p>
          </p:txBody>
        </p:sp>
        <p:sp>
          <p:nvSpPr>
            <p:cNvPr id="44" name="Freeform: Shape 300"/>
            <p:cNvSpPr/>
            <p:nvPr/>
          </p:nvSpPr>
          <p:spPr>
            <a:xfrm>
              <a:off x="7609376" y="6263687"/>
              <a:ext cx="114290" cy="51430"/>
            </a:xfrm>
            <a:custGeom>
              <a:avLst/>
              <a:gdLst>
                <a:gd name="connsiteX0" fmla="*/ 0 w 114290"/>
                <a:gd name="connsiteY0" fmla="*/ 42288 h 51430"/>
                <a:gd name="connsiteX1" fmla="*/ 110862 w 114290"/>
                <a:gd name="connsiteY1" fmla="*/ 0 h 51430"/>
                <a:gd name="connsiteX2" fmla="*/ 114291 w 114290"/>
                <a:gd name="connsiteY2" fmla="*/ 9143 h 51430"/>
                <a:gd name="connsiteX3" fmla="*/ 3429 w 114290"/>
                <a:gd name="connsiteY3" fmla="*/ 51431 h 51430"/>
                <a:gd name="connsiteX4" fmla="*/ 0 w 114290"/>
                <a:gd name="connsiteY4" fmla="*/ 42288 h 51430"/>
                <a:gd name="connsiteX5" fmla="*/ 0 w 114290"/>
                <a:gd name="connsiteY5" fmla="*/ 42288 h 5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290" h="51430">
                  <a:moveTo>
                    <a:pt x="0" y="42288"/>
                  </a:moveTo>
                  <a:cubicBezTo>
                    <a:pt x="36573" y="28001"/>
                    <a:pt x="73718" y="14286"/>
                    <a:pt x="110862" y="0"/>
                  </a:cubicBezTo>
                  <a:cubicBezTo>
                    <a:pt x="112005" y="3429"/>
                    <a:pt x="113148" y="6286"/>
                    <a:pt x="114291" y="9143"/>
                  </a:cubicBezTo>
                  <a:cubicBezTo>
                    <a:pt x="77718" y="23429"/>
                    <a:pt x="40573" y="37145"/>
                    <a:pt x="3429" y="51431"/>
                  </a:cubicBezTo>
                  <a:cubicBezTo>
                    <a:pt x="2286" y="48574"/>
                    <a:pt x="1143" y="45145"/>
                    <a:pt x="0" y="42288"/>
                  </a:cubicBezTo>
                  <a:lnTo>
                    <a:pt x="0" y="42288"/>
                  </a:lnTo>
                  <a:close/>
                </a:path>
              </a:pathLst>
            </a:custGeom>
            <a:solidFill>
              <a:srgbClr val="D0D0D0"/>
            </a:solidFill>
            <a:ln w="5709" cap="flat">
              <a:noFill/>
              <a:prstDash val="solid"/>
              <a:miter/>
            </a:ln>
          </p:spPr>
          <p:txBody>
            <a:bodyPr rtlCol="0" anchor="ctr"/>
            <a:p>
              <a:endParaRPr lang="en-US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6411872" y="1736497"/>
            <a:ext cx="1354484" cy="1923181"/>
            <a:chOff x="4160927" y="2978939"/>
            <a:chExt cx="1013906" cy="1439607"/>
          </a:xfrm>
        </p:grpSpPr>
        <p:grpSp>
          <p:nvGrpSpPr>
            <p:cNvPr id="197" name="Group 33"/>
            <p:cNvGrpSpPr/>
            <p:nvPr/>
          </p:nvGrpSpPr>
          <p:grpSpPr>
            <a:xfrm>
              <a:off x="4160927" y="2978939"/>
              <a:ext cx="1013906" cy="1439607"/>
              <a:chOff x="5537539" y="2335977"/>
              <a:chExt cx="1157120" cy="2061311"/>
            </a:xfrm>
            <a:solidFill>
              <a:schemeClr val="accent1"/>
            </a:solidFill>
          </p:grpSpPr>
          <p:sp>
            <p:nvSpPr>
              <p:cNvPr id="198" name="Freeform: Shape 3"/>
              <p:cNvSpPr/>
              <p:nvPr/>
            </p:nvSpPr>
            <p:spPr>
              <a:xfrm>
                <a:off x="5537852" y="2496480"/>
                <a:ext cx="1156465" cy="606268"/>
              </a:xfrm>
              <a:custGeom>
                <a:avLst/>
                <a:gdLst>
                  <a:gd name="connsiteX0" fmla="*/ 701 w 1156465"/>
                  <a:gd name="connsiteY0" fmla="*/ 0 h 606268"/>
                  <a:gd name="connsiteX1" fmla="*/ 143682 w 1156465"/>
                  <a:gd name="connsiteY1" fmla="*/ 60977 h 606268"/>
                  <a:gd name="connsiteX2" fmla="*/ 393899 w 1156465"/>
                  <a:gd name="connsiteY2" fmla="*/ 96723 h 606268"/>
                  <a:gd name="connsiteX3" fmla="*/ 619935 w 1156465"/>
                  <a:gd name="connsiteY3" fmla="*/ 103381 h 606268"/>
                  <a:gd name="connsiteX4" fmla="*/ 1035562 w 1156465"/>
                  <a:gd name="connsiteY4" fmla="*/ 55721 h 606268"/>
                  <a:gd name="connsiteX5" fmla="*/ 1157867 w 1156465"/>
                  <a:gd name="connsiteY5" fmla="*/ 350 h 606268"/>
                  <a:gd name="connsiteX6" fmla="*/ 1157867 w 1156465"/>
                  <a:gd name="connsiteY6" fmla="*/ 15069 h 606268"/>
                  <a:gd name="connsiteX7" fmla="*/ 1158217 w 1156465"/>
                  <a:gd name="connsiteY7" fmla="*/ 477305 h 606268"/>
                  <a:gd name="connsiteX8" fmla="*/ 1136490 w 1156465"/>
                  <a:gd name="connsiteY8" fmla="*/ 519007 h 606268"/>
                  <a:gd name="connsiteX9" fmla="*/ 1049229 w 1156465"/>
                  <a:gd name="connsiteY9" fmla="*/ 557206 h 606268"/>
                  <a:gd name="connsiteX10" fmla="*/ 819338 w 1156465"/>
                  <a:gd name="connsiteY10" fmla="*/ 598558 h 606268"/>
                  <a:gd name="connsiteX11" fmla="*/ 524264 w 1156465"/>
                  <a:gd name="connsiteY11" fmla="*/ 609072 h 606268"/>
                  <a:gd name="connsiteX12" fmla="*/ 129314 w 1156465"/>
                  <a:gd name="connsiteY12" fmla="*/ 562112 h 606268"/>
                  <a:gd name="connsiteX13" fmla="*/ 31890 w 1156465"/>
                  <a:gd name="connsiteY13" fmla="*/ 524264 h 606268"/>
                  <a:gd name="connsiteX14" fmla="*/ 0 w 1156465"/>
                  <a:gd name="connsiteY14" fmla="*/ 469945 h 606268"/>
                  <a:gd name="connsiteX15" fmla="*/ 701 w 1156465"/>
                  <a:gd name="connsiteY15" fmla="*/ 15420 h 606268"/>
                  <a:gd name="connsiteX16" fmla="*/ 701 w 1156465"/>
                  <a:gd name="connsiteY16" fmla="*/ 0 h 606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56465" h="606268">
                    <a:moveTo>
                      <a:pt x="701" y="0"/>
                    </a:moveTo>
                    <a:cubicBezTo>
                      <a:pt x="43805" y="34344"/>
                      <a:pt x="93568" y="48712"/>
                      <a:pt x="143682" y="60977"/>
                    </a:cubicBezTo>
                    <a:cubicBezTo>
                      <a:pt x="226036" y="80953"/>
                      <a:pt x="309442" y="92517"/>
                      <a:pt x="393899" y="96723"/>
                    </a:cubicBezTo>
                    <a:cubicBezTo>
                      <a:pt x="469244" y="100577"/>
                      <a:pt x="544590" y="104432"/>
                      <a:pt x="619935" y="103381"/>
                    </a:cubicBezTo>
                    <a:cubicBezTo>
                      <a:pt x="759762" y="101278"/>
                      <a:pt x="899239" y="91466"/>
                      <a:pt x="1035562" y="55721"/>
                    </a:cubicBezTo>
                    <a:cubicBezTo>
                      <a:pt x="1078667" y="44506"/>
                      <a:pt x="1120369" y="30138"/>
                      <a:pt x="1157867" y="350"/>
                    </a:cubicBezTo>
                    <a:cubicBezTo>
                      <a:pt x="1157867" y="6308"/>
                      <a:pt x="1157867" y="10864"/>
                      <a:pt x="1157867" y="15069"/>
                    </a:cubicBezTo>
                    <a:cubicBezTo>
                      <a:pt x="1157867" y="169264"/>
                      <a:pt x="1157516" y="323109"/>
                      <a:pt x="1158217" y="477305"/>
                    </a:cubicBezTo>
                    <a:cubicBezTo>
                      <a:pt x="1158217" y="496579"/>
                      <a:pt x="1150858" y="508845"/>
                      <a:pt x="1136490" y="519007"/>
                    </a:cubicBezTo>
                    <a:cubicBezTo>
                      <a:pt x="1109856" y="537581"/>
                      <a:pt x="1079718" y="548094"/>
                      <a:pt x="1049229" y="557206"/>
                    </a:cubicBezTo>
                    <a:cubicBezTo>
                      <a:pt x="974234" y="579284"/>
                      <a:pt x="897137" y="590148"/>
                      <a:pt x="819338" y="598558"/>
                    </a:cubicBezTo>
                    <a:cubicBezTo>
                      <a:pt x="721214" y="609072"/>
                      <a:pt x="622739" y="610824"/>
                      <a:pt x="524264" y="609072"/>
                    </a:cubicBezTo>
                    <a:cubicBezTo>
                      <a:pt x="391095" y="606618"/>
                      <a:pt x="258628" y="596806"/>
                      <a:pt x="129314" y="562112"/>
                    </a:cubicBezTo>
                    <a:cubicBezTo>
                      <a:pt x="96022" y="553001"/>
                      <a:pt x="63781" y="538632"/>
                      <a:pt x="31890" y="524264"/>
                    </a:cubicBezTo>
                    <a:cubicBezTo>
                      <a:pt x="9462" y="514452"/>
                      <a:pt x="0" y="496579"/>
                      <a:pt x="0" y="469945"/>
                    </a:cubicBezTo>
                    <a:cubicBezTo>
                      <a:pt x="1051" y="318554"/>
                      <a:pt x="701" y="166811"/>
                      <a:pt x="701" y="15420"/>
                    </a:cubicBezTo>
                    <a:cubicBezTo>
                      <a:pt x="701" y="11214"/>
                      <a:pt x="701" y="6658"/>
                      <a:pt x="701" y="0"/>
                    </a:cubicBezTo>
                    <a:close/>
                  </a:path>
                </a:pathLst>
              </a:custGeom>
              <a:grpFill/>
              <a:ln w="3502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en-US"/>
              </a:p>
            </p:txBody>
          </p:sp>
          <p:sp>
            <p:nvSpPr>
              <p:cNvPr id="199" name="Freeform: Shape 4"/>
              <p:cNvSpPr/>
              <p:nvPr/>
            </p:nvSpPr>
            <p:spPr>
              <a:xfrm>
                <a:off x="5538194" y="3144451"/>
                <a:ext cx="1156465" cy="606268"/>
              </a:xfrm>
              <a:custGeom>
                <a:avLst/>
                <a:gdLst>
                  <a:gd name="connsiteX0" fmla="*/ 1157875 w 1156465"/>
                  <a:gd name="connsiteY0" fmla="*/ 3154 h 606268"/>
                  <a:gd name="connsiteX1" fmla="*/ 1157875 w 1156465"/>
                  <a:gd name="connsiteY1" fmla="*/ 12616 h 606268"/>
                  <a:gd name="connsiteX2" fmla="*/ 1158226 w 1156465"/>
                  <a:gd name="connsiteY2" fmla="*/ 478706 h 606268"/>
                  <a:gd name="connsiteX3" fmla="*/ 1141404 w 1156465"/>
                  <a:gd name="connsiteY3" fmla="*/ 513751 h 606268"/>
                  <a:gd name="connsiteX4" fmla="*/ 1043981 w 1156465"/>
                  <a:gd name="connsiteY4" fmla="*/ 557556 h 606268"/>
                  <a:gd name="connsiteX5" fmla="*/ 802525 w 1156465"/>
                  <a:gd name="connsiteY5" fmla="*/ 598909 h 606268"/>
                  <a:gd name="connsiteX6" fmla="*/ 525324 w 1156465"/>
                  <a:gd name="connsiteY6" fmla="*/ 608371 h 606268"/>
                  <a:gd name="connsiteX7" fmla="*/ 132827 w 1156465"/>
                  <a:gd name="connsiteY7" fmla="*/ 562112 h 606268"/>
                  <a:gd name="connsiteX8" fmla="*/ 34001 w 1156465"/>
                  <a:gd name="connsiteY8" fmla="*/ 524615 h 606268"/>
                  <a:gd name="connsiteX9" fmla="*/ 8 w 1156465"/>
                  <a:gd name="connsiteY9" fmla="*/ 467843 h 606268"/>
                  <a:gd name="connsiteX10" fmla="*/ 709 w 1156465"/>
                  <a:gd name="connsiteY10" fmla="*/ 14368 h 606268"/>
                  <a:gd name="connsiteX11" fmla="*/ 709 w 1156465"/>
                  <a:gd name="connsiteY11" fmla="*/ 0 h 606268"/>
                  <a:gd name="connsiteX12" fmla="*/ 225694 w 1156465"/>
                  <a:gd name="connsiteY12" fmla="*/ 76046 h 606268"/>
                  <a:gd name="connsiteX13" fmla="*/ 659193 w 1156465"/>
                  <a:gd name="connsiteY13" fmla="*/ 101278 h 606268"/>
                  <a:gd name="connsiteX14" fmla="*/ 1020151 w 1156465"/>
                  <a:gd name="connsiteY14" fmla="*/ 58174 h 606268"/>
                  <a:gd name="connsiteX15" fmla="*/ 1082530 w 1156465"/>
                  <a:gd name="connsiteY15" fmla="*/ 39250 h 606268"/>
                  <a:gd name="connsiteX16" fmla="*/ 1157875 w 1156465"/>
                  <a:gd name="connsiteY16" fmla="*/ 3154 h 606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56465" h="606268">
                    <a:moveTo>
                      <a:pt x="1157875" y="3154"/>
                    </a:moveTo>
                    <a:cubicBezTo>
                      <a:pt x="1157875" y="4906"/>
                      <a:pt x="1157875" y="8761"/>
                      <a:pt x="1157875" y="12616"/>
                    </a:cubicBezTo>
                    <a:cubicBezTo>
                      <a:pt x="1157875" y="167863"/>
                      <a:pt x="1157875" y="323460"/>
                      <a:pt x="1158226" y="478706"/>
                    </a:cubicBezTo>
                    <a:cubicBezTo>
                      <a:pt x="1158226" y="493776"/>
                      <a:pt x="1152619" y="504990"/>
                      <a:pt x="1141404" y="513751"/>
                    </a:cubicBezTo>
                    <a:cubicBezTo>
                      <a:pt x="1112668" y="536530"/>
                      <a:pt x="1078675" y="547393"/>
                      <a:pt x="1043981" y="557556"/>
                    </a:cubicBezTo>
                    <a:cubicBezTo>
                      <a:pt x="965131" y="580335"/>
                      <a:pt x="884178" y="591199"/>
                      <a:pt x="802525" y="598909"/>
                    </a:cubicBezTo>
                    <a:cubicBezTo>
                      <a:pt x="710358" y="607670"/>
                      <a:pt x="617841" y="610473"/>
                      <a:pt x="525324" y="608371"/>
                    </a:cubicBezTo>
                    <a:cubicBezTo>
                      <a:pt x="393206" y="605217"/>
                      <a:pt x="261089" y="596105"/>
                      <a:pt x="132827" y="562112"/>
                    </a:cubicBezTo>
                    <a:cubicBezTo>
                      <a:pt x="98833" y="553351"/>
                      <a:pt x="66242" y="538632"/>
                      <a:pt x="34001" y="524615"/>
                    </a:cubicBezTo>
                    <a:cubicBezTo>
                      <a:pt x="10522" y="514101"/>
                      <a:pt x="-342" y="495878"/>
                      <a:pt x="8" y="467843"/>
                    </a:cubicBezTo>
                    <a:cubicBezTo>
                      <a:pt x="1410" y="316801"/>
                      <a:pt x="709" y="165760"/>
                      <a:pt x="709" y="14368"/>
                    </a:cubicBezTo>
                    <a:cubicBezTo>
                      <a:pt x="709" y="9812"/>
                      <a:pt x="709" y="5257"/>
                      <a:pt x="709" y="0"/>
                    </a:cubicBezTo>
                    <a:cubicBezTo>
                      <a:pt x="69046" y="48712"/>
                      <a:pt x="147545" y="62729"/>
                      <a:pt x="225694" y="76046"/>
                    </a:cubicBezTo>
                    <a:cubicBezTo>
                      <a:pt x="369026" y="100928"/>
                      <a:pt x="514110" y="105484"/>
                      <a:pt x="659193" y="101278"/>
                    </a:cubicBezTo>
                    <a:cubicBezTo>
                      <a:pt x="780797" y="97774"/>
                      <a:pt x="901700" y="87261"/>
                      <a:pt x="1020151" y="58174"/>
                    </a:cubicBezTo>
                    <a:cubicBezTo>
                      <a:pt x="1041177" y="52917"/>
                      <a:pt x="1062554" y="47660"/>
                      <a:pt x="1082530" y="39250"/>
                    </a:cubicBezTo>
                    <a:cubicBezTo>
                      <a:pt x="1107762" y="29087"/>
                      <a:pt x="1132293" y="15770"/>
                      <a:pt x="1157875" y="3154"/>
                    </a:cubicBezTo>
                    <a:close/>
                  </a:path>
                </a:pathLst>
              </a:custGeom>
              <a:grpFill/>
              <a:ln w="3502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en-US"/>
              </a:p>
            </p:txBody>
          </p:sp>
          <p:sp>
            <p:nvSpPr>
              <p:cNvPr id="200" name="Freeform: Shape 5"/>
              <p:cNvSpPr/>
              <p:nvPr/>
            </p:nvSpPr>
            <p:spPr>
              <a:xfrm>
                <a:off x="5538187" y="3791020"/>
                <a:ext cx="1156465" cy="606268"/>
              </a:xfrm>
              <a:custGeom>
                <a:avLst/>
                <a:gdLst>
                  <a:gd name="connsiteX0" fmla="*/ 365 w 1156465"/>
                  <a:gd name="connsiteY0" fmla="*/ 0 h 606268"/>
                  <a:gd name="connsiteX1" fmla="*/ 188554 w 1156465"/>
                  <a:gd name="connsiteY1" fmla="*/ 69738 h 606268"/>
                  <a:gd name="connsiteX2" fmla="*/ 443677 w 1156465"/>
                  <a:gd name="connsiteY2" fmla="*/ 98825 h 606268"/>
                  <a:gd name="connsiteX3" fmla="*/ 609787 w 1156465"/>
                  <a:gd name="connsiteY3" fmla="*/ 102680 h 606268"/>
                  <a:gd name="connsiteX4" fmla="*/ 1014199 w 1156465"/>
                  <a:gd name="connsiteY4" fmla="*/ 59575 h 606268"/>
                  <a:gd name="connsiteX5" fmla="*/ 1118982 w 1156465"/>
                  <a:gd name="connsiteY5" fmla="*/ 23480 h 606268"/>
                  <a:gd name="connsiteX6" fmla="*/ 1155779 w 1156465"/>
                  <a:gd name="connsiteY6" fmla="*/ 1402 h 606268"/>
                  <a:gd name="connsiteX7" fmla="*/ 1156480 w 1156465"/>
                  <a:gd name="connsiteY7" fmla="*/ 14719 h 606268"/>
                  <a:gd name="connsiteX8" fmla="*/ 1156830 w 1156465"/>
                  <a:gd name="connsiteY8" fmla="*/ 479407 h 606268"/>
                  <a:gd name="connsiteX9" fmla="*/ 1140359 w 1156465"/>
                  <a:gd name="connsiteY9" fmla="*/ 513400 h 606268"/>
                  <a:gd name="connsiteX10" fmla="*/ 1071322 w 1156465"/>
                  <a:gd name="connsiteY10" fmla="*/ 548445 h 606268"/>
                  <a:gd name="connsiteX11" fmla="*/ 864210 w 1156465"/>
                  <a:gd name="connsiteY11" fmla="*/ 592601 h 606268"/>
                  <a:gd name="connsiteX12" fmla="*/ 523227 w 1156465"/>
                  <a:gd name="connsiteY12" fmla="*/ 608371 h 606268"/>
                  <a:gd name="connsiteX13" fmla="*/ 147902 w 1156465"/>
                  <a:gd name="connsiteY13" fmla="*/ 566668 h 606268"/>
                  <a:gd name="connsiteX14" fmla="*/ 43119 w 1156465"/>
                  <a:gd name="connsiteY14" fmla="*/ 530923 h 606268"/>
                  <a:gd name="connsiteX15" fmla="*/ 18238 w 1156465"/>
                  <a:gd name="connsiteY15" fmla="*/ 515503 h 606268"/>
                  <a:gd name="connsiteX16" fmla="*/ 15 w 1156465"/>
                  <a:gd name="connsiteY16" fmla="*/ 478356 h 606268"/>
                  <a:gd name="connsiteX17" fmla="*/ 365 w 1156465"/>
                  <a:gd name="connsiteY17" fmla="*/ 16120 h 606268"/>
                  <a:gd name="connsiteX18" fmla="*/ 365 w 1156465"/>
                  <a:gd name="connsiteY18" fmla="*/ 0 h 606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56465" h="606268">
                    <a:moveTo>
                      <a:pt x="365" y="0"/>
                    </a:moveTo>
                    <a:cubicBezTo>
                      <a:pt x="57838" y="42404"/>
                      <a:pt x="123020" y="56421"/>
                      <a:pt x="188554" y="69738"/>
                    </a:cubicBezTo>
                    <a:cubicBezTo>
                      <a:pt x="272660" y="86560"/>
                      <a:pt x="357818" y="95671"/>
                      <a:pt x="443677" y="98825"/>
                    </a:cubicBezTo>
                    <a:cubicBezTo>
                      <a:pt x="499047" y="100928"/>
                      <a:pt x="554417" y="103381"/>
                      <a:pt x="609787" y="102680"/>
                    </a:cubicBezTo>
                    <a:cubicBezTo>
                      <a:pt x="745759" y="100227"/>
                      <a:pt x="881381" y="92167"/>
                      <a:pt x="1014199" y="59575"/>
                    </a:cubicBezTo>
                    <a:cubicBezTo>
                      <a:pt x="1049945" y="50814"/>
                      <a:pt x="1084639" y="36797"/>
                      <a:pt x="1118982" y="23480"/>
                    </a:cubicBezTo>
                    <a:cubicBezTo>
                      <a:pt x="1131949" y="18573"/>
                      <a:pt x="1142813" y="9462"/>
                      <a:pt x="1155779" y="1402"/>
                    </a:cubicBezTo>
                    <a:cubicBezTo>
                      <a:pt x="1156129" y="5957"/>
                      <a:pt x="1156480" y="10163"/>
                      <a:pt x="1156480" y="14719"/>
                    </a:cubicBezTo>
                    <a:cubicBezTo>
                      <a:pt x="1156480" y="169615"/>
                      <a:pt x="1156480" y="324511"/>
                      <a:pt x="1156830" y="479407"/>
                    </a:cubicBezTo>
                    <a:cubicBezTo>
                      <a:pt x="1156830" y="494126"/>
                      <a:pt x="1152625" y="506392"/>
                      <a:pt x="1140359" y="513400"/>
                    </a:cubicBezTo>
                    <a:cubicBezTo>
                      <a:pt x="1117931" y="526367"/>
                      <a:pt x="1095503" y="539684"/>
                      <a:pt x="1071322" y="548445"/>
                    </a:cubicBezTo>
                    <a:cubicBezTo>
                      <a:pt x="1004387" y="572625"/>
                      <a:pt x="934649" y="583489"/>
                      <a:pt x="864210" y="592601"/>
                    </a:cubicBezTo>
                    <a:cubicBezTo>
                      <a:pt x="751016" y="606969"/>
                      <a:pt x="637472" y="610473"/>
                      <a:pt x="523227" y="608371"/>
                    </a:cubicBezTo>
                    <a:cubicBezTo>
                      <a:pt x="396717" y="606268"/>
                      <a:pt x="271258" y="596806"/>
                      <a:pt x="147902" y="566668"/>
                    </a:cubicBezTo>
                    <a:cubicBezTo>
                      <a:pt x="112157" y="557907"/>
                      <a:pt x="77813" y="543539"/>
                      <a:pt x="43119" y="530923"/>
                    </a:cubicBezTo>
                    <a:cubicBezTo>
                      <a:pt x="34008" y="527769"/>
                      <a:pt x="25948" y="521461"/>
                      <a:pt x="18238" y="515503"/>
                    </a:cubicBezTo>
                    <a:cubicBezTo>
                      <a:pt x="5622" y="506392"/>
                      <a:pt x="-336" y="494827"/>
                      <a:pt x="15" y="478356"/>
                    </a:cubicBezTo>
                    <a:cubicBezTo>
                      <a:pt x="365" y="324161"/>
                      <a:pt x="365" y="170316"/>
                      <a:pt x="365" y="16120"/>
                    </a:cubicBezTo>
                    <a:cubicBezTo>
                      <a:pt x="365" y="11565"/>
                      <a:pt x="365" y="7009"/>
                      <a:pt x="365" y="0"/>
                    </a:cubicBezTo>
                    <a:close/>
                  </a:path>
                </a:pathLst>
              </a:custGeom>
              <a:grpFill/>
              <a:ln w="3502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en-US"/>
              </a:p>
            </p:txBody>
          </p:sp>
          <p:sp>
            <p:nvSpPr>
              <p:cNvPr id="201" name="Freeform: Shape 6"/>
              <p:cNvSpPr/>
              <p:nvPr/>
            </p:nvSpPr>
            <p:spPr>
              <a:xfrm>
                <a:off x="5537539" y="2335977"/>
                <a:ext cx="1156465" cy="245311"/>
              </a:xfrm>
              <a:custGeom>
                <a:avLst/>
                <a:gdLst>
                  <a:gd name="connsiteX0" fmla="*/ 576442 w 1156465"/>
                  <a:gd name="connsiteY0" fmla="*/ 3504 h 245310"/>
                  <a:gd name="connsiteX1" fmla="*/ 913920 w 1156465"/>
                  <a:gd name="connsiteY1" fmla="*/ 26984 h 245310"/>
                  <a:gd name="connsiteX2" fmla="*/ 1101758 w 1156465"/>
                  <a:gd name="connsiteY2" fmla="*/ 75696 h 245310"/>
                  <a:gd name="connsiteX3" fmla="*/ 1147666 w 1156465"/>
                  <a:gd name="connsiteY3" fmla="*/ 105133 h 245310"/>
                  <a:gd name="connsiteX4" fmla="*/ 1147666 w 1156465"/>
                  <a:gd name="connsiteY4" fmla="*/ 147186 h 245310"/>
                  <a:gd name="connsiteX5" fmla="*/ 1100706 w 1156465"/>
                  <a:gd name="connsiteY5" fmla="*/ 176974 h 245310"/>
                  <a:gd name="connsiteX6" fmla="*/ 926536 w 1156465"/>
                  <a:gd name="connsiteY6" fmla="*/ 223233 h 245310"/>
                  <a:gd name="connsiteX7" fmla="*/ 650386 w 1156465"/>
                  <a:gd name="connsiteY7" fmla="*/ 247413 h 245310"/>
                  <a:gd name="connsiteX8" fmla="*/ 230904 w 1156465"/>
                  <a:gd name="connsiteY8" fmla="*/ 223233 h 245310"/>
                  <a:gd name="connsiteX9" fmla="*/ 70401 w 1156465"/>
                  <a:gd name="connsiteY9" fmla="*/ 182231 h 245310"/>
                  <a:gd name="connsiteX10" fmla="*/ 19937 w 1156465"/>
                  <a:gd name="connsiteY10" fmla="*/ 155247 h 245310"/>
                  <a:gd name="connsiteX11" fmla="*/ 19236 w 1156465"/>
                  <a:gd name="connsiteY11" fmla="*/ 98124 h 245310"/>
                  <a:gd name="connsiteX12" fmla="*/ 98437 w 1156465"/>
                  <a:gd name="connsiteY12" fmla="*/ 60276 h 245310"/>
                  <a:gd name="connsiteX13" fmla="*/ 319917 w 1156465"/>
                  <a:gd name="connsiteY13" fmla="*/ 17172 h 245310"/>
                  <a:gd name="connsiteX14" fmla="*/ 576092 w 1156465"/>
                  <a:gd name="connsiteY14" fmla="*/ 0 h 245310"/>
                  <a:gd name="connsiteX15" fmla="*/ 576442 w 1156465"/>
                  <a:gd name="connsiteY15" fmla="*/ 3504 h 245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56465" h="245310">
                    <a:moveTo>
                      <a:pt x="576442" y="3504"/>
                    </a:moveTo>
                    <a:cubicBezTo>
                      <a:pt x="689636" y="3855"/>
                      <a:pt x="802128" y="9812"/>
                      <a:pt x="913920" y="26984"/>
                    </a:cubicBezTo>
                    <a:cubicBezTo>
                      <a:pt x="978401" y="36797"/>
                      <a:pt x="1042182" y="49062"/>
                      <a:pt x="1101758" y="75696"/>
                    </a:cubicBezTo>
                    <a:cubicBezTo>
                      <a:pt x="1118228" y="83055"/>
                      <a:pt x="1133648" y="93569"/>
                      <a:pt x="1147666" y="105133"/>
                    </a:cubicBezTo>
                    <a:cubicBezTo>
                      <a:pt x="1162735" y="117749"/>
                      <a:pt x="1162735" y="134570"/>
                      <a:pt x="1147666" y="147186"/>
                    </a:cubicBezTo>
                    <a:cubicBezTo>
                      <a:pt x="1133648" y="159102"/>
                      <a:pt x="1117528" y="169615"/>
                      <a:pt x="1100706" y="176974"/>
                    </a:cubicBezTo>
                    <a:cubicBezTo>
                      <a:pt x="1044986" y="201856"/>
                      <a:pt x="986111" y="213771"/>
                      <a:pt x="926536" y="223233"/>
                    </a:cubicBezTo>
                    <a:cubicBezTo>
                      <a:pt x="835070" y="237951"/>
                      <a:pt x="742903" y="244960"/>
                      <a:pt x="650386" y="247413"/>
                    </a:cubicBezTo>
                    <a:cubicBezTo>
                      <a:pt x="509858" y="251268"/>
                      <a:pt x="370031" y="244960"/>
                      <a:pt x="230904" y="223233"/>
                    </a:cubicBezTo>
                    <a:cubicBezTo>
                      <a:pt x="176585" y="214472"/>
                      <a:pt x="122267" y="203257"/>
                      <a:pt x="70401" y="182231"/>
                    </a:cubicBezTo>
                    <a:cubicBezTo>
                      <a:pt x="52879" y="175222"/>
                      <a:pt x="35357" y="166110"/>
                      <a:pt x="19937" y="155247"/>
                    </a:cubicBezTo>
                    <a:cubicBezTo>
                      <a:pt x="-5996" y="137024"/>
                      <a:pt x="-7047" y="114946"/>
                      <a:pt x="19236" y="98124"/>
                    </a:cubicBezTo>
                    <a:cubicBezTo>
                      <a:pt x="43767" y="82354"/>
                      <a:pt x="70751" y="69738"/>
                      <a:pt x="98437" y="60276"/>
                    </a:cubicBezTo>
                    <a:cubicBezTo>
                      <a:pt x="170278" y="35745"/>
                      <a:pt x="244922" y="24181"/>
                      <a:pt x="319917" y="17172"/>
                    </a:cubicBezTo>
                    <a:cubicBezTo>
                      <a:pt x="405075" y="9462"/>
                      <a:pt x="490934" y="5607"/>
                      <a:pt x="576092" y="0"/>
                    </a:cubicBezTo>
                    <a:cubicBezTo>
                      <a:pt x="576442" y="1051"/>
                      <a:pt x="576442" y="2103"/>
                      <a:pt x="576442" y="3504"/>
                    </a:cubicBezTo>
                    <a:close/>
                  </a:path>
                </a:pathLst>
              </a:custGeom>
              <a:grpFill/>
              <a:ln w="3502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en-US"/>
              </a:p>
            </p:txBody>
          </p:sp>
          <p:sp>
            <p:nvSpPr>
              <p:cNvPr id="202" name="Freeform: Shape 7"/>
              <p:cNvSpPr/>
              <p:nvPr/>
            </p:nvSpPr>
            <p:spPr>
              <a:xfrm>
                <a:off x="5537671" y="3699734"/>
                <a:ext cx="1156465" cy="175222"/>
              </a:xfrm>
              <a:custGeom>
                <a:avLst/>
                <a:gdLst>
                  <a:gd name="connsiteX0" fmla="*/ 574909 w 1156465"/>
                  <a:gd name="connsiteY0" fmla="*/ 177146 h 175221"/>
                  <a:gd name="connsiteX1" fmla="*/ 204490 w 1156465"/>
                  <a:gd name="connsiteY1" fmla="*/ 148409 h 175221"/>
                  <a:gd name="connsiteX2" fmla="*/ 57303 w 1156465"/>
                  <a:gd name="connsiteY2" fmla="*/ 106706 h 175221"/>
                  <a:gd name="connsiteX3" fmla="*/ 13147 w 1156465"/>
                  <a:gd name="connsiteY3" fmla="*/ 79372 h 175221"/>
                  <a:gd name="connsiteX4" fmla="*/ 12096 w 1156465"/>
                  <a:gd name="connsiteY4" fmla="*/ 33463 h 175221"/>
                  <a:gd name="connsiteX5" fmla="*/ 52747 w 1156465"/>
                  <a:gd name="connsiteY5" fmla="*/ 7180 h 175221"/>
                  <a:gd name="connsiteX6" fmla="*/ 63261 w 1156465"/>
                  <a:gd name="connsiteY6" fmla="*/ 7180 h 175221"/>
                  <a:gd name="connsiteX7" fmla="*/ 314529 w 1156465"/>
                  <a:gd name="connsiteY7" fmla="*/ 56593 h 175221"/>
                  <a:gd name="connsiteX8" fmla="*/ 601893 w 1156465"/>
                  <a:gd name="connsiteY8" fmla="*/ 68858 h 175221"/>
                  <a:gd name="connsiteX9" fmla="*/ 981424 w 1156465"/>
                  <a:gd name="connsiteY9" fmla="*/ 30309 h 175221"/>
                  <a:gd name="connsiteX10" fmla="*/ 1079548 w 1156465"/>
                  <a:gd name="connsiteY10" fmla="*/ 1924 h 175221"/>
                  <a:gd name="connsiteX11" fmla="*/ 1090412 w 1156465"/>
                  <a:gd name="connsiteY11" fmla="*/ 522 h 175221"/>
                  <a:gd name="connsiteX12" fmla="*/ 1146833 w 1156465"/>
                  <a:gd name="connsiteY12" fmla="*/ 34515 h 175221"/>
                  <a:gd name="connsiteX13" fmla="*/ 1147184 w 1156465"/>
                  <a:gd name="connsiteY13" fmla="*/ 76568 h 175221"/>
                  <a:gd name="connsiteX14" fmla="*/ 1100224 w 1156465"/>
                  <a:gd name="connsiteY14" fmla="*/ 106356 h 175221"/>
                  <a:gd name="connsiteX15" fmla="*/ 922900 w 1156465"/>
                  <a:gd name="connsiteY15" fmla="*/ 152965 h 175221"/>
                  <a:gd name="connsiteX16" fmla="*/ 644297 w 1156465"/>
                  <a:gd name="connsiteY16" fmla="*/ 176445 h 175221"/>
                  <a:gd name="connsiteX17" fmla="*/ 574909 w 1156465"/>
                  <a:gd name="connsiteY17" fmla="*/ 177146 h 17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56465" h="175221">
                    <a:moveTo>
                      <a:pt x="574909" y="177146"/>
                    </a:moveTo>
                    <a:cubicBezTo>
                      <a:pt x="450852" y="178197"/>
                      <a:pt x="327145" y="170837"/>
                      <a:pt x="204490" y="148409"/>
                    </a:cubicBezTo>
                    <a:cubicBezTo>
                      <a:pt x="154026" y="139297"/>
                      <a:pt x="104263" y="128083"/>
                      <a:pt x="57303" y="106706"/>
                    </a:cubicBezTo>
                    <a:cubicBezTo>
                      <a:pt x="41533" y="99697"/>
                      <a:pt x="26464" y="90235"/>
                      <a:pt x="13147" y="79372"/>
                    </a:cubicBezTo>
                    <a:cubicBezTo>
                      <a:pt x="-4025" y="65354"/>
                      <a:pt x="-4375" y="47832"/>
                      <a:pt x="12096" y="33463"/>
                    </a:cubicBezTo>
                    <a:cubicBezTo>
                      <a:pt x="24011" y="22950"/>
                      <a:pt x="38730" y="15591"/>
                      <a:pt x="52747" y="7180"/>
                    </a:cubicBezTo>
                    <a:cubicBezTo>
                      <a:pt x="55551" y="5428"/>
                      <a:pt x="60107" y="6129"/>
                      <a:pt x="63261" y="7180"/>
                    </a:cubicBezTo>
                    <a:cubicBezTo>
                      <a:pt x="144914" y="34515"/>
                      <a:pt x="229371" y="47481"/>
                      <a:pt x="314529" y="56593"/>
                    </a:cubicBezTo>
                    <a:cubicBezTo>
                      <a:pt x="410200" y="66756"/>
                      <a:pt x="505871" y="70610"/>
                      <a:pt x="601893" y="68858"/>
                    </a:cubicBezTo>
                    <a:cubicBezTo>
                      <a:pt x="729455" y="66405"/>
                      <a:pt x="856315" y="58345"/>
                      <a:pt x="981424" y="30309"/>
                    </a:cubicBezTo>
                    <a:cubicBezTo>
                      <a:pt x="1014716" y="22950"/>
                      <a:pt x="1046957" y="11385"/>
                      <a:pt x="1079548" y="1924"/>
                    </a:cubicBezTo>
                    <a:cubicBezTo>
                      <a:pt x="1083053" y="872"/>
                      <a:pt x="1087959" y="-880"/>
                      <a:pt x="1090412" y="522"/>
                    </a:cubicBezTo>
                    <a:cubicBezTo>
                      <a:pt x="1109686" y="11385"/>
                      <a:pt x="1129662" y="21198"/>
                      <a:pt x="1146833" y="34515"/>
                    </a:cubicBezTo>
                    <a:cubicBezTo>
                      <a:pt x="1162253" y="46430"/>
                      <a:pt x="1161903" y="63952"/>
                      <a:pt x="1147184" y="76568"/>
                    </a:cubicBezTo>
                    <a:cubicBezTo>
                      <a:pt x="1133166" y="88483"/>
                      <a:pt x="1117046" y="98996"/>
                      <a:pt x="1100224" y="106356"/>
                    </a:cubicBezTo>
                    <a:cubicBezTo>
                      <a:pt x="1043803" y="131588"/>
                      <a:pt x="983526" y="143152"/>
                      <a:pt x="922900" y="152965"/>
                    </a:cubicBezTo>
                    <a:cubicBezTo>
                      <a:pt x="830733" y="167683"/>
                      <a:pt x="737515" y="175393"/>
                      <a:pt x="644297" y="176445"/>
                    </a:cubicBezTo>
                    <a:cubicBezTo>
                      <a:pt x="621168" y="177146"/>
                      <a:pt x="598038" y="177146"/>
                      <a:pt x="574909" y="177146"/>
                    </a:cubicBezTo>
                    <a:close/>
                  </a:path>
                </a:pathLst>
              </a:custGeom>
              <a:grpFill/>
              <a:ln w="3502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en-US"/>
              </a:p>
            </p:txBody>
          </p:sp>
          <p:sp>
            <p:nvSpPr>
              <p:cNvPr id="203" name="Freeform: Shape 8"/>
              <p:cNvSpPr/>
              <p:nvPr/>
            </p:nvSpPr>
            <p:spPr>
              <a:xfrm>
                <a:off x="5537669" y="3055216"/>
                <a:ext cx="1156465" cy="175222"/>
              </a:xfrm>
              <a:custGeom>
                <a:avLst/>
                <a:gdLst>
                  <a:gd name="connsiteX0" fmla="*/ 587526 w 1156465"/>
                  <a:gd name="connsiteY0" fmla="*/ 175794 h 175221"/>
                  <a:gd name="connsiteX1" fmla="*/ 226919 w 1156465"/>
                  <a:gd name="connsiteY1" fmla="*/ 149862 h 175221"/>
                  <a:gd name="connsiteX2" fmla="*/ 42235 w 1156465"/>
                  <a:gd name="connsiteY2" fmla="*/ 96944 h 175221"/>
                  <a:gd name="connsiteX3" fmla="*/ 10345 w 1156465"/>
                  <a:gd name="connsiteY3" fmla="*/ 73815 h 175221"/>
                  <a:gd name="connsiteX4" fmla="*/ 9644 w 1156465"/>
                  <a:gd name="connsiteY4" fmla="*/ 34566 h 175221"/>
                  <a:gd name="connsiteX5" fmla="*/ 54851 w 1156465"/>
                  <a:gd name="connsiteY5" fmla="*/ 4427 h 175221"/>
                  <a:gd name="connsiteX6" fmla="*/ 65715 w 1156465"/>
                  <a:gd name="connsiteY6" fmla="*/ 5128 h 175221"/>
                  <a:gd name="connsiteX7" fmla="*/ 304368 w 1156465"/>
                  <a:gd name="connsiteY7" fmla="*/ 53489 h 175221"/>
                  <a:gd name="connsiteX8" fmla="*/ 608202 w 1156465"/>
                  <a:gd name="connsiteY8" fmla="*/ 67157 h 175221"/>
                  <a:gd name="connsiteX9" fmla="*/ 1000349 w 1156465"/>
                  <a:gd name="connsiteY9" fmla="*/ 25103 h 175221"/>
                  <a:gd name="connsiteX10" fmla="*/ 1079900 w 1156465"/>
                  <a:gd name="connsiteY10" fmla="*/ 1273 h 175221"/>
                  <a:gd name="connsiteX11" fmla="*/ 1096371 w 1156465"/>
                  <a:gd name="connsiteY11" fmla="*/ 1624 h 175221"/>
                  <a:gd name="connsiteX12" fmla="*/ 1141578 w 1156465"/>
                  <a:gd name="connsiteY12" fmla="*/ 27557 h 175221"/>
                  <a:gd name="connsiteX13" fmla="*/ 1141578 w 1156465"/>
                  <a:gd name="connsiteY13" fmla="*/ 81525 h 175221"/>
                  <a:gd name="connsiteX14" fmla="*/ 1045556 w 1156465"/>
                  <a:gd name="connsiteY14" fmla="*/ 125330 h 175221"/>
                  <a:gd name="connsiteX15" fmla="*/ 842299 w 1156465"/>
                  <a:gd name="connsiteY15" fmla="*/ 163178 h 175221"/>
                  <a:gd name="connsiteX16" fmla="*/ 587526 w 1156465"/>
                  <a:gd name="connsiteY16" fmla="*/ 175794 h 17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56465" h="175221">
                    <a:moveTo>
                      <a:pt x="587526" y="175794"/>
                    </a:moveTo>
                    <a:cubicBezTo>
                      <a:pt x="461366" y="176495"/>
                      <a:pt x="343617" y="169486"/>
                      <a:pt x="226919" y="149862"/>
                    </a:cubicBezTo>
                    <a:cubicBezTo>
                      <a:pt x="163489" y="139348"/>
                      <a:pt x="100059" y="126732"/>
                      <a:pt x="42235" y="96944"/>
                    </a:cubicBezTo>
                    <a:cubicBezTo>
                      <a:pt x="30671" y="90987"/>
                      <a:pt x="19807" y="82927"/>
                      <a:pt x="10345" y="73815"/>
                    </a:cubicBezTo>
                    <a:cubicBezTo>
                      <a:pt x="-2972" y="61199"/>
                      <a:pt x="-3673" y="46831"/>
                      <a:pt x="9644" y="34566"/>
                    </a:cubicBezTo>
                    <a:cubicBezTo>
                      <a:pt x="22961" y="22650"/>
                      <a:pt x="39432" y="13889"/>
                      <a:pt x="54851" y="4427"/>
                    </a:cubicBezTo>
                    <a:cubicBezTo>
                      <a:pt x="57305" y="3026"/>
                      <a:pt x="62211" y="3726"/>
                      <a:pt x="65715" y="5128"/>
                    </a:cubicBezTo>
                    <a:cubicBezTo>
                      <a:pt x="143163" y="32112"/>
                      <a:pt x="223415" y="44378"/>
                      <a:pt x="304368" y="53489"/>
                    </a:cubicBezTo>
                    <a:cubicBezTo>
                      <a:pt x="405295" y="65054"/>
                      <a:pt x="506924" y="68909"/>
                      <a:pt x="608202" y="67157"/>
                    </a:cubicBezTo>
                    <a:cubicBezTo>
                      <a:pt x="739969" y="65054"/>
                      <a:pt x="871386" y="55592"/>
                      <a:pt x="1000349" y="25103"/>
                    </a:cubicBezTo>
                    <a:cubicBezTo>
                      <a:pt x="1027333" y="18796"/>
                      <a:pt x="1053266" y="8983"/>
                      <a:pt x="1079900" y="1273"/>
                    </a:cubicBezTo>
                    <a:cubicBezTo>
                      <a:pt x="1085157" y="-128"/>
                      <a:pt x="1091815" y="-829"/>
                      <a:pt x="1096371" y="1624"/>
                    </a:cubicBezTo>
                    <a:cubicBezTo>
                      <a:pt x="1111791" y="9334"/>
                      <a:pt x="1127911" y="17043"/>
                      <a:pt x="1141578" y="27557"/>
                    </a:cubicBezTo>
                    <a:cubicBezTo>
                      <a:pt x="1164007" y="44378"/>
                      <a:pt x="1163656" y="63652"/>
                      <a:pt x="1141578" y="81525"/>
                    </a:cubicBezTo>
                    <a:cubicBezTo>
                      <a:pt x="1113192" y="104304"/>
                      <a:pt x="1079550" y="115168"/>
                      <a:pt x="1045556" y="125330"/>
                    </a:cubicBezTo>
                    <a:cubicBezTo>
                      <a:pt x="978972" y="144955"/>
                      <a:pt x="910986" y="155469"/>
                      <a:pt x="842299" y="163178"/>
                    </a:cubicBezTo>
                    <a:cubicBezTo>
                      <a:pt x="755389" y="171940"/>
                      <a:pt x="667778" y="176846"/>
                      <a:pt x="587526" y="175794"/>
                    </a:cubicBezTo>
                    <a:close/>
                  </a:path>
                </a:pathLst>
              </a:custGeom>
              <a:grpFill/>
              <a:ln w="3502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en-US"/>
              </a:p>
            </p:txBody>
          </p:sp>
        </p:grpSp>
        <p:grpSp>
          <p:nvGrpSpPr>
            <p:cNvPr id="14" name="그룹 13"/>
            <p:cNvGrpSpPr/>
            <p:nvPr/>
          </p:nvGrpSpPr>
          <p:grpSpPr>
            <a:xfrm flipV="1">
              <a:off x="4432813" y="3299472"/>
              <a:ext cx="527928" cy="58693"/>
              <a:chOff x="3058239" y="2911633"/>
              <a:chExt cx="1213216" cy="134881"/>
            </a:xfrm>
            <a:solidFill>
              <a:schemeClr val="bg1"/>
            </a:solidFill>
          </p:grpSpPr>
          <p:sp>
            <p:nvSpPr>
              <p:cNvPr id="13" name="사각형: 둥근 모서리 12"/>
              <p:cNvSpPr/>
              <p:nvPr/>
            </p:nvSpPr>
            <p:spPr>
              <a:xfrm>
                <a:off x="3058239" y="2911633"/>
                <a:ext cx="710482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/>
              </a:p>
            </p:txBody>
          </p:sp>
          <p:sp>
            <p:nvSpPr>
              <p:cNvPr id="204" name="사각형: 둥근 모서리 203"/>
              <p:cNvSpPr/>
              <p:nvPr/>
            </p:nvSpPr>
            <p:spPr>
              <a:xfrm>
                <a:off x="3804088" y="2911633"/>
                <a:ext cx="216000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/>
              </a:p>
            </p:txBody>
          </p:sp>
          <p:sp>
            <p:nvSpPr>
              <p:cNvPr id="205" name="사각형: 둥근 모서리 204"/>
              <p:cNvSpPr/>
              <p:nvPr/>
            </p:nvSpPr>
            <p:spPr>
              <a:xfrm>
                <a:off x="4055455" y="2911633"/>
                <a:ext cx="216000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/>
              </a:p>
            </p:txBody>
          </p:sp>
        </p:grpSp>
        <p:grpSp>
          <p:nvGrpSpPr>
            <p:cNvPr id="206" name="그룹 205"/>
            <p:cNvGrpSpPr/>
            <p:nvPr/>
          </p:nvGrpSpPr>
          <p:grpSpPr>
            <a:xfrm flipV="1">
              <a:off x="4432813" y="3755468"/>
              <a:ext cx="527928" cy="58693"/>
              <a:chOff x="3058239" y="2911633"/>
              <a:chExt cx="1213216" cy="134881"/>
            </a:xfrm>
            <a:solidFill>
              <a:schemeClr val="bg1"/>
            </a:solidFill>
          </p:grpSpPr>
          <p:sp>
            <p:nvSpPr>
              <p:cNvPr id="207" name="사각형: 둥근 모서리 206"/>
              <p:cNvSpPr/>
              <p:nvPr/>
            </p:nvSpPr>
            <p:spPr>
              <a:xfrm>
                <a:off x="3058239" y="2911633"/>
                <a:ext cx="710482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/>
              </a:p>
            </p:txBody>
          </p:sp>
          <p:sp>
            <p:nvSpPr>
              <p:cNvPr id="208" name="사각형: 둥근 모서리 207"/>
              <p:cNvSpPr/>
              <p:nvPr/>
            </p:nvSpPr>
            <p:spPr>
              <a:xfrm>
                <a:off x="3804088" y="2911633"/>
                <a:ext cx="216000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/>
              </a:p>
            </p:txBody>
          </p:sp>
          <p:sp>
            <p:nvSpPr>
              <p:cNvPr id="209" name="사각형: 둥근 모서리 208"/>
              <p:cNvSpPr/>
              <p:nvPr/>
            </p:nvSpPr>
            <p:spPr>
              <a:xfrm>
                <a:off x="4055455" y="2911633"/>
                <a:ext cx="216000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/>
              </a:p>
            </p:txBody>
          </p:sp>
        </p:grpSp>
        <p:grpSp>
          <p:nvGrpSpPr>
            <p:cNvPr id="210" name="그룹 209"/>
            <p:cNvGrpSpPr/>
            <p:nvPr/>
          </p:nvGrpSpPr>
          <p:grpSpPr>
            <a:xfrm flipV="1">
              <a:off x="4432813" y="4211464"/>
              <a:ext cx="527928" cy="58693"/>
              <a:chOff x="3058239" y="2911633"/>
              <a:chExt cx="1213216" cy="134881"/>
            </a:xfrm>
            <a:solidFill>
              <a:schemeClr val="bg1"/>
            </a:solidFill>
          </p:grpSpPr>
          <p:sp>
            <p:nvSpPr>
              <p:cNvPr id="211" name="사각형: 둥근 모서리 210"/>
              <p:cNvSpPr/>
              <p:nvPr/>
            </p:nvSpPr>
            <p:spPr>
              <a:xfrm>
                <a:off x="3058239" y="2911633"/>
                <a:ext cx="710482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/>
              </a:p>
            </p:txBody>
          </p:sp>
          <p:sp>
            <p:nvSpPr>
              <p:cNvPr id="212" name="사각형: 둥근 모서리 211"/>
              <p:cNvSpPr/>
              <p:nvPr/>
            </p:nvSpPr>
            <p:spPr>
              <a:xfrm>
                <a:off x="3804088" y="2911633"/>
                <a:ext cx="216000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/>
              </a:p>
            </p:txBody>
          </p:sp>
          <p:sp>
            <p:nvSpPr>
              <p:cNvPr id="213" name="사각형: 둥근 모서리 212"/>
              <p:cNvSpPr/>
              <p:nvPr/>
            </p:nvSpPr>
            <p:spPr>
              <a:xfrm>
                <a:off x="4055455" y="2911633"/>
                <a:ext cx="216000" cy="13488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21" name="Group 26"/>
          <p:cNvGrpSpPr/>
          <p:nvPr/>
        </p:nvGrpSpPr>
        <p:grpSpPr>
          <a:xfrm>
            <a:off x="4774159" y="1875616"/>
            <a:ext cx="1914233" cy="1051822"/>
            <a:chOff x="3767143" y="2916389"/>
            <a:chExt cx="1029430" cy="565645"/>
          </a:xfrm>
        </p:grpSpPr>
        <p:sp>
          <p:nvSpPr>
            <p:cNvPr id="222" name="Freeform: Shape 27"/>
            <p:cNvSpPr/>
            <p:nvPr/>
          </p:nvSpPr>
          <p:spPr>
            <a:xfrm>
              <a:off x="3813737" y="2969274"/>
              <a:ext cx="942959" cy="464494"/>
            </a:xfrm>
            <a:custGeom>
              <a:avLst/>
              <a:gdLst>
                <a:gd name="connsiteX0" fmla="*/ 0 w 967795"/>
                <a:gd name="connsiteY0" fmla="*/ 543968 h 543968"/>
                <a:gd name="connsiteX1" fmla="*/ 240280 w 967795"/>
                <a:gd name="connsiteY1" fmla="*/ 233606 h 543968"/>
                <a:gd name="connsiteX2" fmla="*/ 490572 w 967795"/>
                <a:gd name="connsiteY2" fmla="*/ 423828 h 543968"/>
                <a:gd name="connsiteX3" fmla="*/ 724178 w 967795"/>
                <a:gd name="connsiteY3" fmla="*/ 280327 h 543968"/>
                <a:gd name="connsiteX4" fmla="*/ 967795 w 967795"/>
                <a:gd name="connsiteY4" fmla="*/ 0 h 543968"/>
                <a:gd name="connsiteX0-1" fmla="*/ 0 w 967795"/>
                <a:gd name="connsiteY0-2" fmla="*/ 543968 h 543968"/>
                <a:gd name="connsiteX1-3" fmla="*/ 230044 w 967795"/>
                <a:gd name="connsiteY1-4" fmla="*/ 233606 h 543968"/>
                <a:gd name="connsiteX2-5" fmla="*/ 490572 w 967795"/>
                <a:gd name="connsiteY2-6" fmla="*/ 423828 h 543968"/>
                <a:gd name="connsiteX3-7" fmla="*/ 724178 w 967795"/>
                <a:gd name="connsiteY3-8" fmla="*/ 280327 h 543968"/>
                <a:gd name="connsiteX4-9" fmla="*/ 967795 w 967795"/>
                <a:gd name="connsiteY4-10" fmla="*/ 0 h 543968"/>
                <a:gd name="connsiteX0-11" fmla="*/ 0 w 967795"/>
                <a:gd name="connsiteY0-12" fmla="*/ 543968 h 543968"/>
                <a:gd name="connsiteX1-13" fmla="*/ 230044 w 967795"/>
                <a:gd name="connsiteY1-14" fmla="*/ 233606 h 543968"/>
                <a:gd name="connsiteX2-15" fmla="*/ 480336 w 967795"/>
                <a:gd name="connsiteY2-16" fmla="*/ 430652 h 543968"/>
                <a:gd name="connsiteX3-17" fmla="*/ 724178 w 967795"/>
                <a:gd name="connsiteY3-18" fmla="*/ 280327 h 543968"/>
                <a:gd name="connsiteX4-19" fmla="*/ 967795 w 967795"/>
                <a:gd name="connsiteY4-20" fmla="*/ 0 h 543968"/>
                <a:gd name="connsiteX0-21" fmla="*/ 0 w 967795"/>
                <a:gd name="connsiteY0-22" fmla="*/ 543968 h 543968"/>
                <a:gd name="connsiteX1-23" fmla="*/ 195274 w 967795"/>
                <a:gd name="connsiteY1-24" fmla="*/ 327981 h 543968"/>
                <a:gd name="connsiteX2-25" fmla="*/ 480336 w 967795"/>
                <a:gd name="connsiteY2-26" fmla="*/ 430652 h 543968"/>
                <a:gd name="connsiteX3-27" fmla="*/ 724178 w 967795"/>
                <a:gd name="connsiteY3-28" fmla="*/ 280327 h 543968"/>
                <a:gd name="connsiteX4-29" fmla="*/ 967795 w 967795"/>
                <a:gd name="connsiteY4-30" fmla="*/ 0 h 543968"/>
                <a:gd name="connsiteX0-31" fmla="*/ 0 w 967795"/>
                <a:gd name="connsiteY0-32" fmla="*/ 543968 h 543968"/>
                <a:gd name="connsiteX1-33" fmla="*/ 195274 w 967795"/>
                <a:gd name="connsiteY1-34" fmla="*/ 327981 h 543968"/>
                <a:gd name="connsiteX2-35" fmla="*/ 480336 w 967795"/>
                <a:gd name="connsiteY2-36" fmla="*/ 341244 h 543968"/>
                <a:gd name="connsiteX3-37" fmla="*/ 724178 w 967795"/>
                <a:gd name="connsiteY3-38" fmla="*/ 280327 h 543968"/>
                <a:gd name="connsiteX4-39" fmla="*/ 967795 w 967795"/>
                <a:gd name="connsiteY4-40" fmla="*/ 0 h 543968"/>
                <a:gd name="connsiteX0-41" fmla="*/ 0 w 967795"/>
                <a:gd name="connsiteY0-42" fmla="*/ 543968 h 543968"/>
                <a:gd name="connsiteX1-43" fmla="*/ 195274 w 967795"/>
                <a:gd name="connsiteY1-44" fmla="*/ 327981 h 543968"/>
                <a:gd name="connsiteX2-45" fmla="*/ 480336 w 967795"/>
                <a:gd name="connsiteY2-46" fmla="*/ 341244 h 543968"/>
                <a:gd name="connsiteX3-47" fmla="*/ 704310 w 967795"/>
                <a:gd name="connsiteY3-48" fmla="*/ 230656 h 543968"/>
                <a:gd name="connsiteX4-49" fmla="*/ 967795 w 967795"/>
                <a:gd name="connsiteY4-50" fmla="*/ 0 h 543968"/>
                <a:gd name="connsiteX0-51" fmla="*/ 0 w 942959"/>
                <a:gd name="connsiteY0-52" fmla="*/ 464494 h 464494"/>
                <a:gd name="connsiteX1-53" fmla="*/ 195274 w 942959"/>
                <a:gd name="connsiteY1-54" fmla="*/ 248507 h 464494"/>
                <a:gd name="connsiteX2-55" fmla="*/ 480336 w 942959"/>
                <a:gd name="connsiteY2-56" fmla="*/ 261770 h 464494"/>
                <a:gd name="connsiteX3-57" fmla="*/ 704310 w 942959"/>
                <a:gd name="connsiteY3-58" fmla="*/ 151182 h 464494"/>
                <a:gd name="connsiteX4-59" fmla="*/ 942959 w 942959"/>
                <a:gd name="connsiteY4-60" fmla="*/ 0 h 46449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42959" h="464494">
                  <a:moveTo>
                    <a:pt x="0" y="464494"/>
                  </a:moveTo>
                  <a:lnTo>
                    <a:pt x="195274" y="248507"/>
                  </a:lnTo>
                  <a:lnTo>
                    <a:pt x="480336" y="261770"/>
                  </a:lnTo>
                  <a:lnTo>
                    <a:pt x="704310" y="151182"/>
                  </a:lnTo>
                  <a:lnTo>
                    <a:pt x="942959" y="0"/>
                  </a:lnTo>
                </a:path>
              </a:pathLst>
            </a:cu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/>
            </a:p>
          </p:txBody>
        </p:sp>
        <p:sp>
          <p:nvSpPr>
            <p:cNvPr id="223" name="Oval 28"/>
            <p:cNvSpPr/>
            <p:nvPr/>
          </p:nvSpPr>
          <p:spPr>
            <a:xfrm>
              <a:off x="3767143" y="3389488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4" name="Oval 29"/>
            <p:cNvSpPr/>
            <p:nvPr/>
          </p:nvSpPr>
          <p:spPr>
            <a:xfrm>
              <a:off x="3955029" y="3180022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5" name="Oval 30"/>
            <p:cNvSpPr/>
            <p:nvPr/>
          </p:nvSpPr>
          <p:spPr>
            <a:xfrm>
              <a:off x="4238282" y="3178466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6" name="Oval 31"/>
            <p:cNvSpPr/>
            <p:nvPr/>
          </p:nvSpPr>
          <p:spPr>
            <a:xfrm>
              <a:off x="4458316" y="3064666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7" name="Oval 32"/>
            <p:cNvSpPr/>
            <p:nvPr/>
          </p:nvSpPr>
          <p:spPr>
            <a:xfrm>
              <a:off x="4704027" y="2916389"/>
              <a:ext cx="92546" cy="92546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61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95959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6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ECEC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96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2729</Words>
  <Application>WPS Presentation</Application>
  <PresentationFormat>와이드스크린</PresentationFormat>
  <Paragraphs>154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Microsoft YaHei</vt:lpstr>
      <vt:lpstr>Arial Unicode MS</vt:lpstr>
      <vt:lpstr>Calibri</vt:lpstr>
      <vt:lpstr>FZShuTi</vt:lpstr>
      <vt:lpstr>Contents Slide Master</vt:lpstr>
      <vt:lpstr>Section Break Slide Master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Sandra Peñaranda</cp:lastModifiedBy>
  <cp:revision>76</cp:revision>
  <dcterms:created xsi:type="dcterms:W3CDTF">2020-01-20T05:08:00Z</dcterms:created>
  <dcterms:modified xsi:type="dcterms:W3CDTF">2025-06-20T15:18:51Z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2AA983DD6CE64DA7B0D2F747295E8C02_13</vt:lpwstr>
  </property>
  <property fmtid="{D5CDD505-2E9C-101B-9397-08002B2CF9AE}" pid="3" name="KSOProductBuildVer">
    <vt:lpwstr>2058-12.2.0.21546</vt:lpwstr>
  </property>
</Properties>
</file>